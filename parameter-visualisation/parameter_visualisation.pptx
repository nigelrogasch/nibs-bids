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62" r:id="rId6"/>
    <p:sldId id="261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7B7-45F5-AF5B-9BDF893B7E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3A5-4C00-B924-8E0737B39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FEF-4CF0-9C14-9B2B463957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D9E-4964-B038-4C1F8AB7C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8D4-42CA-BCF1-0E957898E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324-444C-8315-30D96944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56C-4F6D-9332-D25A2866C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A40-42DE-9EA0-7CB04F9E97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Sheet1!$A$1:$A$398</c:f>
              <c:numCache>
                <c:formatCode>General</c:formatCode>
                <c:ptCount val="39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  <c:pt idx="72">
                  <c:v>360</c:v>
                </c:pt>
                <c:pt idx="73">
                  <c:v>365</c:v>
                </c:pt>
                <c:pt idx="74">
                  <c:v>370</c:v>
                </c:pt>
                <c:pt idx="75">
                  <c:v>375</c:v>
                </c:pt>
                <c:pt idx="76">
                  <c:v>380</c:v>
                </c:pt>
                <c:pt idx="77">
                  <c:v>385</c:v>
                </c:pt>
                <c:pt idx="78">
                  <c:v>390</c:v>
                </c:pt>
                <c:pt idx="79">
                  <c:v>395</c:v>
                </c:pt>
                <c:pt idx="80">
                  <c:v>400</c:v>
                </c:pt>
                <c:pt idx="81">
                  <c:v>405</c:v>
                </c:pt>
                <c:pt idx="82">
                  <c:v>410</c:v>
                </c:pt>
                <c:pt idx="83">
                  <c:v>415</c:v>
                </c:pt>
                <c:pt idx="84">
                  <c:v>420</c:v>
                </c:pt>
                <c:pt idx="85">
                  <c:v>425</c:v>
                </c:pt>
                <c:pt idx="86">
                  <c:v>430</c:v>
                </c:pt>
                <c:pt idx="87">
                  <c:v>435</c:v>
                </c:pt>
                <c:pt idx="88">
                  <c:v>440</c:v>
                </c:pt>
                <c:pt idx="89">
                  <c:v>445</c:v>
                </c:pt>
                <c:pt idx="90">
                  <c:v>450</c:v>
                </c:pt>
                <c:pt idx="91">
                  <c:v>455</c:v>
                </c:pt>
                <c:pt idx="92">
                  <c:v>460</c:v>
                </c:pt>
                <c:pt idx="93">
                  <c:v>465</c:v>
                </c:pt>
                <c:pt idx="94">
                  <c:v>470</c:v>
                </c:pt>
                <c:pt idx="95">
                  <c:v>475</c:v>
                </c:pt>
                <c:pt idx="96">
                  <c:v>480</c:v>
                </c:pt>
                <c:pt idx="97">
                  <c:v>485</c:v>
                </c:pt>
                <c:pt idx="98">
                  <c:v>490</c:v>
                </c:pt>
                <c:pt idx="99">
                  <c:v>495</c:v>
                </c:pt>
                <c:pt idx="100">
                  <c:v>500</c:v>
                </c:pt>
                <c:pt idx="101">
                  <c:v>505</c:v>
                </c:pt>
                <c:pt idx="102">
                  <c:v>510</c:v>
                </c:pt>
                <c:pt idx="103">
                  <c:v>515</c:v>
                </c:pt>
                <c:pt idx="104">
                  <c:v>520</c:v>
                </c:pt>
                <c:pt idx="105">
                  <c:v>525</c:v>
                </c:pt>
                <c:pt idx="106">
                  <c:v>530</c:v>
                </c:pt>
                <c:pt idx="107">
                  <c:v>535</c:v>
                </c:pt>
                <c:pt idx="108">
                  <c:v>540</c:v>
                </c:pt>
                <c:pt idx="109">
                  <c:v>545</c:v>
                </c:pt>
                <c:pt idx="110">
                  <c:v>550</c:v>
                </c:pt>
                <c:pt idx="111">
                  <c:v>555</c:v>
                </c:pt>
                <c:pt idx="112">
                  <c:v>560</c:v>
                </c:pt>
                <c:pt idx="113">
                  <c:v>565</c:v>
                </c:pt>
                <c:pt idx="114">
                  <c:v>570</c:v>
                </c:pt>
                <c:pt idx="115">
                  <c:v>575</c:v>
                </c:pt>
                <c:pt idx="116">
                  <c:v>580</c:v>
                </c:pt>
                <c:pt idx="117">
                  <c:v>585</c:v>
                </c:pt>
                <c:pt idx="118">
                  <c:v>590</c:v>
                </c:pt>
                <c:pt idx="119">
                  <c:v>595</c:v>
                </c:pt>
                <c:pt idx="120">
                  <c:v>600</c:v>
                </c:pt>
                <c:pt idx="121">
                  <c:v>605</c:v>
                </c:pt>
                <c:pt idx="122">
                  <c:v>610</c:v>
                </c:pt>
                <c:pt idx="123">
                  <c:v>615</c:v>
                </c:pt>
                <c:pt idx="124">
                  <c:v>620</c:v>
                </c:pt>
                <c:pt idx="125">
                  <c:v>625</c:v>
                </c:pt>
                <c:pt idx="126">
                  <c:v>630</c:v>
                </c:pt>
                <c:pt idx="127">
                  <c:v>635</c:v>
                </c:pt>
                <c:pt idx="128">
                  <c:v>640</c:v>
                </c:pt>
                <c:pt idx="129">
                  <c:v>645</c:v>
                </c:pt>
                <c:pt idx="130">
                  <c:v>650</c:v>
                </c:pt>
                <c:pt idx="131">
                  <c:v>655</c:v>
                </c:pt>
                <c:pt idx="132">
                  <c:v>660</c:v>
                </c:pt>
                <c:pt idx="133">
                  <c:v>665</c:v>
                </c:pt>
                <c:pt idx="134">
                  <c:v>670</c:v>
                </c:pt>
                <c:pt idx="135">
                  <c:v>675</c:v>
                </c:pt>
                <c:pt idx="136">
                  <c:v>680</c:v>
                </c:pt>
                <c:pt idx="137">
                  <c:v>685</c:v>
                </c:pt>
                <c:pt idx="138">
                  <c:v>690</c:v>
                </c:pt>
                <c:pt idx="139">
                  <c:v>695</c:v>
                </c:pt>
                <c:pt idx="140">
                  <c:v>700</c:v>
                </c:pt>
                <c:pt idx="141">
                  <c:v>705</c:v>
                </c:pt>
                <c:pt idx="142">
                  <c:v>710</c:v>
                </c:pt>
                <c:pt idx="143">
                  <c:v>715</c:v>
                </c:pt>
                <c:pt idx="144">
                  <c:v>720</c:v>
                </c:pt>
                <c:pt idx="145">
                  <c:v>725</c:v>
                </c:pt>
                <c:pt idx="146">
                  <c:v>730</c:v>
                </c:pt>
                <c:pt idx="147">
                  <c:v>735</c:v>
                </c:pt>
                <c:pt idx="148">
                  <c:v>740</c:v>
                </c:pt>
                <c:pt idx="149">
                  <c:v>745</c:v>
                </c:pt>
                <c:pt idx="150">
                  <c:v>750</c:v>
                </c:pt>
                <c:pt idx="151">
                  <c:v>755</c:v>
                </c:pt>
                <c:pt idx="152">
                  <c:v>760</c:v>
                </c:pt>
                <c:pt idx="153">
                  <c:v>765</c:v>
                </c:pt>
                <c:pt idx="154">
                  <c:v>770</c:v>
                </c:pt>
                <c:pt idx="155">
                  <c:v>775</c:v>
                </c:pt>
                <c:pt idx="156">
                  <c:v>780</c:v>
                </c:pt>
                <c:pt idx="157">
                  <c:v>785</c:v>
                </c:pt>
                <c:pt idx="158">
                  <c:v>790</c:v>
                </c:pt>
                <c:pt idx="159">
                  <c:v>795</c:v>
                </c:pt>
                <c:pt idx="160">
                  <c:v>800</c:v>
                </c:pt>
                <c:pt idx="161">
                  <c:v>805</c:v>
                </c:pt>
                <c:pt idx="162">
                  <c:v>810</c:v>
                </c:pt>
                <c:pt idx="163">
                  <c:v>815</c:v>
                </c:pt>
                <c:pt idx="164">
                  <c:v>820</c:v>
                </c:pt>
                <c:pt idx="165">
                  <c:v>825</c:v>
                </c:pt>
                <c:pt idx="166">
                  <c:v>830</c:v>
                </c:pt>
                <c:pt idx="167">
                  <c:v>835</c:v>
                </c:pt>
                <c:pt idx="168">
                  <c:v>840</c:v>
                </c:pt>
                <c:pt idx="169">
                  <c:v>845</c:v>
                </c:pt>
                <c:pt idx="170">
                  <c:v>850</c:v>
                </c:pt>
                <c:pt idx="171">
                  <c:v>855</c:v>
                </c:pt>
                <c:pt idx="172">
                  <c:v>860</c:v>
                </c:pt>
                <c:pt idx="173">
                  <c:v>865</c:v>
                </c:pt>
                <c:pt idx="174">
                  <c:v>870</c:v>
                </c:pt>
                <c:pt idx="175">
                  <c:v>875</c:v>
                </c:pt>
                <c:pt idx="176">
                  <c:v>880</c:v>
                </c:pt>
                <c:pt idx="177">
                  <c:v>885</c:v>
                </c:pt>
                <c:pt idx="178">
                  <c:v>890</c:v>
                </c:pt>
                <c:pt idx="179">
                  <c:v>895</c:v>
                </c:pt>
                <c:pt idx="180">
                  <c:v>900</c:v>
                </c:pt>
                <c:pt idx="181">
                  <c:v>905</c:v>
                </c:pt>
                <c:pt idx="182">
                  <c:v>910</c:v>
                </c:pt>
                <c:pt idx="183">
                  <c:v>915</c:v>
                </c:pt>
                <c:pt idx="184">
                  <c:v>920</c:v>
                </c:pt>
                <c:pt idx="185">
                  <c:v>925</c:v>
                </c:pt>
                <c:pt idx="186">
                  <c:v>930</c:v>
                </c:pt>
                <c:pt idx="187">
                  <c:v>935</c:v>
                </c:pt>
                <c:pt idx="188">
                  <c:v>940</c:v>
                </c:pt>
                <c:pt idx="189">
                  <c:v>945</c:v>
                </c:pt>
                <c:pt idx="190">
                  <c:v>950</c:v>
                </c:pt>
                <c:pt idx="191">
                  <c:v>955</c:v>
                </c:pt>
                <c:pt idx="192">
                  <c:v>960</c:v>
                </c:pt>
                <c:pt idx="193">
                  <c:v>965</c:v>
                </c:pt>
                <c:pt idx="194">
                  <c:v>970</c:v>
                </c:pt>
                <c:pt idx="195">
                  <c:v>975</c:v>
                </c:pt>
                <c:pt idx="196">
                  <c:v>980</c:v>
                </c:pt>
                <c:pt idx="197">
                  <c:v>985</c:v>
                </c:pt>
                <c:pt idx="198">
                  <c:v>990</c:v>
                </c:pt>
                <c:pt idx="199">
                  <c:v>995</c:v>
                </c:pt>
                <c:pt idx="200">
                  <c:v>1000</c:v>
                </c:pt>
                <c:pt idx="201">
                  <c:v>1005</c:v>
                </c:pt>
                <c:pt idx="202">
                  <c:v>1010</c:v>
                </c:pt>
                <c:pt idx="203">
                  <c:v>1015</c:v>
                </c:pt>
                <c:pt idx="204">
                  <c:v>1020</c:v>
                </c:pt>
                <c:pt idx="205">
                  <c:v>1025</c:v>
                </c:pt>
                <c:pt idx="206">
                  <c:v>1030</c:v>
                </c:pt>
                <c:pt idx="207">
                  <c:v>1035</c:v>
                </c:pt>
                <c:pt idx="208">
                  <c:v>1040</c:v>
                </c:pt>
                <c:pt idx="209">
                  <c:v>1045</c:v>
                </c:pt>
                <c:pt idx="210">
                  <c:v>1050</c:v>
                </c:pt>
                <c:pt idx="211">
                  <c:v>1055</c:v>
                </c:pt>
                <c:pt idx="212">
                  <c:v>1060</c:v>
                </c:pt>
                <c:pt idx="213">
                  <c:v>1065</c:v>
                </c:pt>
                <c:pt idx="214">
                  <c:v>1070</c:v>
                </c:pt>
                <c:pt idx="215">
                  <c:v>1075</c:v>
                </c:pt>
                <c:pt idx="216">
                  <c:v>1080</c:v>
                </c:pt>
              </c:numCache>
            </c:numRef>
          </c:xVal>
          <c:yVal>
            <c:numRef>
              <c:f>Sheet1!$B$1:$B$398</c:f>
              <c:numCache>
                <c:formatCode>General</c:formatCode>
                <c:ptCount val="398"/>
                <c:pt idx="0">
                  <c:v>0</c:v>
                </c:pt>
                <c:pt idx="1">
                  <c:v>8.7155742747658166E-2</c:v>
                </c:pt>
                <c:pt idx="2">
                  <c:v>0.17364817766693033</c:v>
                </c:pt>
                <c:pt idx="3">
                  <c:v>0.25881904510252074</c:v>
                </c:pt>
                <c:pt idx="4">
                  <c:v>0.34202014332566871</c:v>
                </c:pt>
                <c:pt idx="5">
                  <c:v>0.42261826174069944</c:v>
                </c:pt>
                <c:pt idx="6">
                  <c:v>0.49999999999999994</c:v>
                </c:pt>
                <c:pt idx="7">
                  <c:v>0.57357643635104605</c:v>
                </c:pt>
                <c:pt idx="8">
                  <c:v>0.64278760968653925</c:v>
                </c:pt>
                <c:pt idx="9">
                  <c:v>0.70710678118654746</c:v>
                </c:pt>
                <c:pt idx="10">
                  <c:v>0.76604444311897801</c:v>
                </c:pt>
                <c:pt idx="11">
                  <c:v>0.8191520442889918</c:v>
                </c:pt>
                <c:pt idx="12">
                  <c:v>0.8660254037844386</c:v>
                </c:pt>
                <c:pt idx="13">
                  <c:v>0.90630778703664994</c:v>
                </c:pt>
                <c:pt idx="14">
                  <c:v>0.93969262078590832</c:v>
                </c:pt>
                <c:pt idx="15">
                  <c:v>0.96592582628906831</c:v>
                </c:pt>
                <c:pt idx="16">
                  <c:v>0.98480775301220802</c:v>
                </c:pt>
                <c:pt idx="17">
                  <c:v>0.99619469809174555</c:v>
                </c:pt>
                <c:pt idx="18">
                  <c:v>1</c:v>
                </c:pt>
                <c:pt idx="19">
                  <c:v>0.99619469809174555</c:v>
                </c:pt>
                <c:pt idx="20">
                  <c:v>0.98480775301220802</c:v>
                </c:pt>
                <c:pt idx="21">
                  <c:v>0.96592582628906831</c:v>
                </c:pt>
                <c:pt idx="22">
                  <c:v>0.93969262078590843</c:v>
                </c:pt>
                <c:pt idx="23">
                  <c:v>0.90630778703665005</c:v>
                </c:pt>
                <c:pt idx="24">
                  <c:v>0.86602540378443871</c:v>
                </c:pt>
                <c:pt idx="25">
                  <c:v>0.81915204428899202</c:v>
                </c:pt>
                <c:pt idx="26">
                  <c:v>0.76604444311897801</c:v>
                </c:pt>
                <c:pt idx="27">
                  <c:v>0.70710678118654757</c:v>
                </c:pt>
                <c:pt idx="28">
                  <c:v>0.64278760968653947</c:v>
                </c:pt>
                <c:pt idx="29">
                  <c:v>0.57357643635104594</c:v>
                </c:pt>
                <c:pt idx="30">
                  <c:v>0.49999999999999994</c:v>
                </c:pt>
                <c:pt idx="31">
                  <c:v>0.4226182617406995</c:v>
                </c:pt>
                <c:pt idx="32">
                  <c:v>0.34202014332566888</c:v>
                </c:pt>
                <c:pt idx="33">
                  <c:v>0.25881904510252102</c:v>
                </c:pt>
                <c:pt idx="34">
                  <c:v>0.17364817766693069</c:v>
                </c:pt>
                <c:pt idx="35">
                  <c:v>8.7155742747658194E-2</c:v>
                </c:pt>
                <c:pt idx="36">
                  <c:v>1.22514845490862E-16</c:v>
                </c:pt>
                <c:pt idx="37">
                  <c:v>-8.7155742747657944E-2</c:v>
                </c:pt>
                <c:pt idx="38">
                  <c:v>-0.17364817766693047</c:v>
                </c:pt>
                <c:pt idx="39">
                  <c:v>-0.25881904510252035</c:v>
                </c:pt>
                <c:pt idx="40">
                  <c:v>-0.34202014332566866</c:v>
                </c:pt>
                <c:pt idx="41">
                  <c:v>-0.42261826174069927</c:v>
                </c:pt>
                <c:pt idx="42">
                  <c:v>-0.50000000000000011</c:v>
                </c:pt>
                <c:pt idx="43">
                  <c:v>-0.57357643635104583</c:v>
                </c:pt>
                <c:pt idx="44">
                  <c:v>-0.64278760968653925</c:v>
                </c:pt>
                <c:pt idx="45">
                  <c:v>-0.70710678118654746</c:v>
                </c:pt>
                <c:pt idx="46">
                  <c:v>-0.7660444431189779</c:v>
                </c:pt>
                <c:pt idx="47">
                  <c:v>-0.81915204428899158</c:v>
                </c:pt>
                <c:pt idx="48">
                  <c:v>-0.86602540378443837</c:v>
                </c:pt>
                <c:pt idx="49">
                  <c:v>-0.90630778703665005</c:v>
                </c:pt>
                <c:pt idx="50">
                  <c:v>-0.93969262078590821</c:v>
                </c:pt>
                <c:pt idx="51">
                  <c:v>-0.96592582628906831</c:v>
                </c:pt>
                <c:pt idx="52">
                  <c:v>-0.98480775301220802</c:v>
                </c:pt>
                <c:pt idx="53">
                  <c:v>-0.99619469809174555</c:v>
                </c:pt>
                <c:pt idx="54">
                  <c:v>-1</c:v>
                </c:pt>
                <c:pt idx="55">
                  <c:v>-0.99619469809174555</c:v>
                </c:pt>
                <c:pt idx="56">
                  <c:v>-0.98480775301220813</c:v>
                </c:pt>
                <c:pt idx="57">
                  <c:v>-0.96592582628906842</c:v>
                </c:pt>
                <c:pt idx="58">
                  <c:v>-0.93969262078590832</c:v>
                </c:pt>
                <c:pt idx="59">
                  <c:v>-0.90630778703665027</c:v>
                </c:pt>
                <c:pt idx="60">
                  <c:v>-0.8660254037844386</c:v>
                </c:pt>
                <c:pt idx="61">
                  <c:v>-0.8191520442889918</c:v>
                </c:pt>
                <c:pt idx="62">
                  <c:v>-0.76604444311897812</c:v>
                </c:pt>
                <c:pt idx="63">
                  <c:v>-0.70710678118654768</c:v>
                </c:pt>
                <c:pt idx="64">
                  <c:v>-0.64278760968653958</c:v>
                </c:pt>
                <c:pt idx="65">
                  <c:v>-0.57357643635104649</c:v>
                </c:pt>
                <c:pt idx="66">
                  <c:v>-0.50000000000000044</c:v>
                </c:pt>
                <c:pt idx="67">
                  <c:v>-0.42261826174069922</c:v>
                </c:pt>
                <c:pt idx="68">
                  <c:v>-0.34202014332566943</c:v>
                </c:pt>
                <c:pt idx="69">
                  <c:v>-0.25881904510252068</c:v>
                </c:pt>
                <c:pt idx="70">
                  <c:v>-0.17364817766693039</c:v>
                </c:pt>
                <c:pt idx="71">
                  <c:v>-8.7155742747658319E-2</c:v>
                </c:pt>
                <c:pt idx="72">
                  <c:v>-2.45029690981724E-16</c:v>
                </c:pt>
                <c:pt idx="73">
                  <c:v>8.7155742747657833E-2</c:v>
                </c:pt>
                <c:pt idx="74">
                  <c:v>0.17364817766692991</c:v>
                </c:pt>
                <c:pt idx="75">
                  <c:v>0.25881904510252107</c:v>
                </c:pt>
                <c:pt idx="76">
                  <c:v>0.34202014332566893</c:v>
                </c:pt>
                <c:pt idx="77">
                  <c:v>0.42261826174069878</c:v>
                </c:pt>
                <c:pt idx="78">
                  <c:v>0.49999999999999928</c:v>
                </c:pt>
                <c:pt idx="79">
                  <c:v>0.57357643635104605</c:v>
                </c:pt>
                <c:pt idx="80">
                  <c:v>0.64278760968653914</c:v>
                </c:pt>
                <c:pt idx="81">
                  <c:v>0.70710678118654735</c:v>
                </c:pt>
                <c:pt idx="82">
                  <c:v>0.76604444311897779</c:v>
                </c:pt>
                <c:pt idx="83">
                  <c:v>0.81915204428899147</c:v>
                </c:pt>
                <c:pt idx="84">
                  <c:v>0.86602540378443882</c:v>
                </c:pt>
                <c:pt idx="85">
                  <c:v>0.90630778703665005</c:v>
                </c:pt>
                <c:pt idx="86">
                  <c:v>0.93969262078590809</c:v>
                </c:pt>
                <c:pt idx="87">
                  <c:v>0.96592582628906809</c:v>
                </c:pt>
                <c:pt idx="88">
                  <c:v>0.98480775301220802</c:v>
                </c:pt>
                <c:pt idx="89">
                  <c:v>0.99619469809174555</c:v>
                </c:pt>
                <c:pt idx="90">
                  <c:v>1</c:v>
                </c:pt>
                <c:pt idx="91">
                  <c:v>0.99619469809174555</c:v>
                </c:pt>
                <c:pt idx="92">
                  <c:v>0.98480775301220813</c:v>
                </c:pt>
                <c:pt idx="93">
                  <c:v>0.96592582628906842</c:v>
                </c:pt>
                <c:pt idx="94">
                  <c:v>0.93969262078590865</c:v>
                </c:pt>
                <c:pt idx="95">
                  <c:v>0.90630778703665027</c:v>
                </c:pt>
                <c:pt idx="96">
                  <c:v>0.86602540378443915</c:v>
                </c:pt>
                <c:pt idx="97">
                  <c:v>0.81915204428899135</c:v>
                </c:pt>
                <c:pt idx="98">
                  <c:v>0.76604444311897757</c:v>
                </c:pt>
                <c:pt idx="99">
                  <c:v>0.70710678118654835</c:v>
                </c:pt>
                <c:pt idx="100">
                  <c:v>0.64278760968654036</c:v>
                </c:pt>
                <c:pt idx="101">
                  <c:v>0.57357643635104727</c:v>
                </c:pt>
                <c:pt idx="102">
                  <c:v>0.49999999999999978</c:v>
                </c:pt>
                <c:pt idx="103">
                  <c:v>0.42261826174069933</c:v>
                </c:pt>
                <c:pt idx="104">
                  <c:v>0.34202014332566871</c:v>
                </c:pt>
                <c:pt idx="105">
                  <c:v>0.25881904510252079</c:v>
                </c:pt>
                <c:pt idx="106">
                  <c:v>0.1736481776669305</c:v>
                </c:pt>
                <c:pt idx="107">
                  <c:v>8.7155742747658443E-2</c:v>
                </c:pt>
                <c:pt idx="108">
                  <c:v>3.67544536472586E-16</c:v>
                </c:pt>
                <c:pt idx="109">
                  <c:v>-8.7155742747657708E-2</c:v>
                </c:pt>
                <c:pt idx="110">
                  <c:v>-0.17364817766692978</c:v>
                </c:pt>
                <c:pt idx="111">
                  <c:v>-0.25881904510252013</c:v>
                </c:pt>
                <c:pt idx="112">
                  <c:v>-0.34202014332566799</c:v>
                </c:pt>
                <c:pt idx="113">
                  <c:v>-0.42261826174069866</c:v>
                </c:pt>
                <c:pt idx="114">
                  <c:v>-0.49999999999999917</c:v>
                </c:pt>
                <c:pt idx="115">
                  <c:v>-0.57357643635104671</c:v>
                </c:pt>
                <c:pt idx="116">
                  <c:v>-0.64278760968653981</c:v>
                </c:pt>
                <c:pt idx="117">
                  <c:v>-0.70710678118654791</c:v>
                </c:pt>
                <c:pt idx="118">
                  <c:v>-0.76604444311897713</c:v>
                </c:pt>
                <c:pt idx="119">
                  <c:v>-0.81915204428899091</c:v>
                </c:pt>
                <c:pt idx="120">
                  <c:v>-0.86602540378443871</c:v>
                </c:pt>
                <c:pt idx="121">
                  <c:v>-0.90630778703665005</c:v>
                </c:pt>
                <c:pt idx="122">
                  <c:v>-0.93969262078590843</c:v>
                </c:pt>
                <c:pt idx="123">
                  <c:v>-0.9659258262890682</c:v>
                </c:pt>
                <c:pt idx="124">
                  <c:v>-0.98480775301220802</c:v>
                </c:pt>
                <c:pt idx="125">
                  <c:v>-0.99619469809174555</c:v>
                </c:pt>
                <c:pt idx="126">
                  <c:v>-1</c:v>
                </c:pt>
                <c:pt idx="127">
                  <c:v>-0.99619469809174555</c:v>
                </c:pt>
                <c:pt idx="128">
                  <c:v>-0.98480775301220813</c:v>
                </c:pt>
                <c:pt idx="129">
                  <c:v>-0.96592582628906842</c:v>
                </c:pt>
                <c:pt idx="130">
                  <c:v>-0.93969262078590865</c:v>
                </c:pt>
                <c:pt idx="131">
                  <c:v>-0.90630778703665038</c:v>
                </c:pt>
                <c:pt idx="132">
                  <c:v>-0.86602540378443915</c:v>
                </c:pt>
                <c:pt idx="133">
                  <c:v>-0.81915204428899147</c:v>
                </c:pt>
                <c:pt idx="134">
                  <c:v>-0.76604444311897768</c:v>
                </c:pt>
                <c:pt idx="135">
                  <c:v>-0.70710678118654846</c:v>
                </c:pt>
                <c:pt idx="136">
                  <c:v>-0.64278760968654047</c:v>
                </c:pt>
                <c:pt idx="137">
                  <c:v>-0.57357643635104738</c:v>
                </c:pt>
                <c:pt idx="138">
                  <c:v>-0.49999999999999989</c:v>
                </c:pt>
                <c:pt idx="139">
                  <c:v>-0.42261826174069944</c:v>
                </c:pt>
                <c:pt idx="140">
                  <c:v>-0.34202014332566882</c:v>
                </c:pt>
                <c:pt idx="141">
                  <c:v>-0.25881904510252096</c:v>
                </c:pt>
                <c:pt idx="142">
                  <c:v>-0.17364817766693064</c:v>
                </c:pt>
                <c:pt idx="143">
                  <c:v>-8.7155742747658554E-2</c:v>
                </c:pt>
                <c:pt idx="144">
                  <c:v>-4.90059381963448E-16</c:v>
                </c:pt>
                <c:pt idx="145">
                  <c:v>8.7155742747657583E-2</c:v>
                </c:pt>
                <c:pt idx="146">
                  <c:v>0.17364817766692967</c:v>
                </c:pt>
                <c:pt idx="147">
                  <c:v>0.25881904510252002</c:v>
                </c:pt>
                <c:pt idx="148">
                  <c:v>0.34202014332566788</c:v>
                </c:pt>
                <c:pt idx="149">
                  <c:v>0.42261826174070016</c:v>
                </c:pt>
                <c:pt idx="150">
                  <c:v>0.50000000000000056</c:v>
                </c:pt>
                <c:pt idx="151">
                  <c:v>0.5735764363510466</c:v>
                </c:pt>
                <c:pt idx="152">
                  <c:v>0.6427876096865397</c:v>
                </c:pt>
                <c:pt idx="153">
                  <c:v>0.70710678118654779</c:v>
                </c:pt>
                <c:pt idx="154">
                  <c:v>0.76604444311897701</c:v>
                </c:pt>
                <c:pt idx="155">
                  <c:v>0.81915204428899091</c:v>
                </c:pt>
                <c:pt idx="156">
                  <c:v>0.86602540378443782</c:v>
                </c:pt>
                <c:pt idx="157">
                  <c:v>0.90630778703664916</c:v>
                </c:pt>
                <c:pt idx="158">
                  <c:v>0.93969262078590832</c:v>
                </c:pt>
                <c:pt idx="159">
                  <c:v>0.9659258262890682</c:v>
                </c:pt>
                <c:pt idx="160">
                  <c:v>0.98480775301220802</c:v>
                </c:pt>
                <c:pt idx="161">
                  <c:v>0.99619469809174555</c:v>
                </c:pt>
                <c:pt idx="162">
                  <c:v>1</c:v>
                </c:pt>
                <c:pt idx="163">
                  <c:v>0.99619469809174555</c:v>
                </c:pt>
                <c:pt idx="164">
                  <c:v>0.98480775301220824</c:v>
                </c:pt>
                <c:pt idx="165">
                  <c:v>0.96592582628906853</c:v>
                </c:pt>
                <c:pt idx="166">
                  <c:v>0.93969262078590876</c:v>
                </c:pt>
                <c:pt idx="167">
                  <c:v>0.90630778703664971</c:v>
                </c:pt>
                <c:pt idx="168">
                  <c:v>0.86602540378443837</c:v>
                </c:pt>
                <c:pt idx="169">
                  <c:v>0.81915204428899147</c:v>
                </c:pt>
                <c:pt idx="170">
                  <c:v>0.76604444311897779</c:v>
                </c:pt>
                <c:pt idx="171">
                  <c:v>0.70710678118654857</c:v>
                </c:pt>
                <c:pt idx="172">
                  <c:v>0.64278760968654058</c:v>
                </c:pt>
                <c:pt idx="173">
                  <c:v>0.57357643635104749</c:v>
                </c:pt>
                <c:pt idx="174">
                  <c:v>0.50000000000000155</c:v>
                </c:pt>
                <c:pt idx="175">
                  <c:v>0.42261826174070116</c:v>
                </c:pt>
                <c:pt idx="176">
                  <c:v>0.34202014332566893</c:v>
                </c:pt>
                <c:pt idx="177">
                  <c:v>0.25881904510252107</c:v>
                </c:pt>
                <c:pt idx="178">
                  <c:v>0.17364817766693075</c:v>
                </c:pt>
                <c:pt idx="179">
                  <c:v>8.7155742747658679E-2</c:v>
                </c:pt>
                <c:pt idx="180">
                  <c:v>6.1257422745431001E-16</c:v>
                </c:pt>
                <c:pt idx="181">
                  <c:v>-8.7155742747657458E-2</c:v>
                </c:pt>
                <c:pt idx="182">
                  <c:v>-0.17364817766692955</c:v>
                </c:pt>
                <c:pt idx="183">
                  <c:v>-0.25881904510251985</c:v>
                </c:pt>
                <c:pt idx="184">
                  <c:v>-0.34202014332566777</c:v>
                </c:pt>
                <c:pt idx="185">
                  <c:v>-0.42261826174070005</c:v>
                </c:pt>
                <c:pt idx="186">
                  <c:v>-0.49999999999999895</c:v>
                </c:pt>
                <c:pt idx="187">
                  <c:v>-0.57357643635104649</c:v>
                </c:pt>
                <c:pt idx="188">
                  <c:v>-0.64278760968653825</c:v>
                </c:pt>
                <c:pt idx="189">
                  <c:v>-0.70710678118654768</c:v>
                </c:pt>
                <c:pt idx="190">
                  <c:v>-0.76604444311897701</c:v>
                </c:pt>
                <c:pt idx="191">
                  <c:v>-0.8191520442889918</c:v>
                </c:pt>
                <c:pt idx="192">
                  <c:v>-0.86602540378443771</c:v>
                </c:pt>
                <c:pt idx="193">
                  <c:v>-0.90630778703664994</c:v>
                </c:pt>
                <c:pt idx="194">
                  <c:v>-0.93969262078590887</c:v>
                </c:pt>
                <c:pt idx="195">
                  <c:v>-0.9659258262890682</c:v>
                </c:pt>
                <c:pt idx="196">
                  <c:v>-0.98480775301220824</c:v>
                </c:pt>
                <c:pt idx="197">
                  <c:v>-0.99619469809174543</c:v>
                </c:pt>
                <c:pt idx="198">
                  <c:v>-1</c:v>
                </c:pt>
                <c:pt idx="199">
                  <c:v>-0.99619469809174555</c:v>
                </c:pt>
                <c:pt idx="200">
                  <c:v>-0.98480775301220858</c:v>
                </c:pt>
                <c:pt idx="201">
                  <c:v>-0.96592582628906853</c:v>
                </c:pt>
                <c:pt idx="202">
                  <c:v>-0.93969262078590932</c:v>
                </c:pt>
                <c:pt idx="203">
                  <c:v>-0.90630778703665049</c:v>
                </c:pt>
                <c:pt idx="204">
                  <c:v>-0.86602540378443837</c:v>
                </c:pt>
                <c:pt idx="205">
                  <c:v>-0.81915204428899258</c:v>
                </c:pt>
                <c:pt idx="206">
                  <c:v>-0.7660444431189779</c:v>
                </c:pt>
                <c:pt idx="207">
                  <c:v>-0.70710678118654868</c:v>
                </c:pt>
                <c:pt idx="208">
                  <c:v>-0.64278760968653925</c:v>
                </c:pt>
                <c:pt idx="209">
                  <c:v>-0.5735764363510476</c:v>
                </c:pt>
                <c:pt idx="210">
                  <c:v>-0.50000000000000011</c:v>
                </c:pt>
                <c:pt idx="211">
                  <c:v>-0.42261826174070127</c:v>
                </c:pt>
                <c:pt idx="212">
                  <c:v>-0.34202014332566905</c:v>
                </c:pt>
                <c:pt idx="213">
                  <c:v>-0.25881904510251946</c:v>
                </c:pt>
                <c:pt idx="214">
                  <c:v>-0.17364817766693086</c:v>
                </c:pt>
                <c:pt idx="215">
                  <c:v>-8.7155742747657028E-2</c:v>
                </c:pt>
                <c:pt idx="216">
                  <c:v>-7.3508907294517201E-16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839-43B4-9277-F33888CB46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2717456"/>
        <c:axId val="532718416"/>
      </c:scatterChart>
      <c:valAx>
        <c:axId val="5327174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2718416"/>
        <c:crosses val="autoZero"/>
        <c:crossBetween val="midCat"/>
      </c:valAx>
      <c:valAx>
        <c:axId val="5327184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717456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DDEB-02B2-D37A-81A9-714D84D81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19257-DA33-9498-1CDE-703B1976A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D80B-9F3A-DE75-E444-1E553012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6CF7F-F32F-2B66-BF9B-C54C839D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B0A0-80F7-90C9-7C6F-DC992414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83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75A9-73E6-064B-D58F-AA4FA9AA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B13F-C827-60EA-57E7-FCDA92B0B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364B1-90BE-4CFE-8539-1548699B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7BFEB-C688-F087-BA12-C52BB1802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27BFD-CADC-5D61-E2CC-E632283D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33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CE95-5105-9855-5CD0-CAB1F1551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5ECBC-D2C6-FCE6-2FE2-4A84CD28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FCF4-2B1C-4043-202D-2961C210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23D0D-BD1F-7F0F-E989-7FF91B8F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18E9E-1AEF-F93C-133D-9BAE206D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03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9E5C-A455-D858-C282-E29FAA40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18A4B-7860-7BEA-81FD-5E95BBB00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FA8CF-0DBC-4733-8E6B-C7881817B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5E13E-B90B-85DC-9E0B-D09C1C8D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ADCC8-349A-D156-6C41-896CFBB8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194BB-AF83-95A0-F56A-A17AB8F5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87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FAE-6D2E-BCD7-F445-24DBF7A9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A8032-2961-29DA-E53D-8F3F5C38F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52E9E-E403-BFEF-FEDB-DA16B483D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D8E33-F559-ED24-5A1F-EAF3A9605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C1B52-3C34-37AD-650E-B319FB24D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FFE12-F3B4-E1BA-7381-56C2D581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2F876-5D28-4233-3D0D-A44F941E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99B87-30BD-3D17-B56D-B5DE90A5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39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C074-B8FB-8E2D-769E-E1D64DF2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E1906-48AC-0000-84E5-A03D66F0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85C3E-9790-EAA6-233D-E48C2A2D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A92E8-AA5B-9A73-FB64-DD8EDF98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22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030E8-759E-5A93-FCD9-B402DFD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1269C-86EF-0F6A-6292-B1106921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3C683-F5F7-2002-C759-15FAFC12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39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C56C-3BD5-77A6-AC81-FDAC8C5E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3350-A514-2D4A-22FC-F60BF7F6A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1CA96-D273-4B92-EA94-D497AAC81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CD7A7-1D24-072F-9ED2-A2197449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7762B-4618-8A84-2875-21CBAFDF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C93B1-F06E-D38C-81B8-2FDEC6E2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806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9B0FD-7EB2-E10F-6749-B6DBA73D4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3C0A8-46C1-29AC-3D07-E61A7FECE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6E799-6144-4C07-B3E6-79571E40C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074B4-FB64-BB83-36D2-FDD68730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27446-23E2-D9C4-5B49-1F037A622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11857-A0DA-F37B-3D8D-9542D40A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65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4184-A518-2D21-FBE0-4435F32CA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796DC-6366-2BE8-4D5E-B9908EE5C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4A991-EA3E-848B-4229-B003D74E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B2FC8-2190-927A-619F-2D3DA9985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BD26-A77C-B40B-6BA0-2E6B6DC0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7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02DB2-121E-675F-DD3B-906D11EE3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1EF2A-16B3-EE75-FB7A-1ECBFF0FE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E687F-FF31-F113-8890-24D90EF1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0CB4F-4825-29D8-30B3-29753116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1FE27-D874-7D1B-0ACC-A1B1F883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373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A7FFA-C5F8-F113-198A-CD2FAEDE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DBA1C-F9FC-6950-EAF3-77C4D4959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EAC88-6F6D-AFE1-5CFD-E2D7A0D7F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D4AAE-87F1-49BA-A98E-415997C9383F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B3708-2C68-CF40-1177-F9632E4F4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DAE17-9421-C9AF-E8BB-C510131C5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AE726-AFCA-45A4-A9D4-8F91789E71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75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E71FB1A-9E67-5F64-C70B-0CE40F7D5BD0}"/>
              </a:ext>
            </a:extLst>
          </p:cNvPr>
          <p:cNvGrpSpPr/>
          <p:nvPr/>
        </p:nvGrpSpPr>
        <p:grpSpPr>
          <a:xfrm>
            <a:off x="2782444" y="877210"/>
            <a:ext cx="1447800" cy="912438"/>
            <a:chOff x="1852246" y="2053498"/>
            <a:chExt cx="1447800" cy="127975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765A9FE-FB43-4A93-B3E1-5ED1F3FE912A}"/>
                </a:ext>
              </a:extLst>
            </p:cNvPr>
            <p:cNvSpPr/>
            <p:nvPr/>
          </p:nvSpPr>
          <p:spPr>
            <a:xfrm flipV="1">
              <a:off x="2403229" y="2053498"/>
              <a:ext cx="160434" cy="642813"/>
            </a:xfrm>
            <a:custGeom>
              <a:avLst/>
              <a:gdLst>
                <a:gd name="csX0" fmla="*/ 0 w 1406769"/>
                <a:gd name="csY0" fmla="*/ 0 h 17584"/>
                <a:gd name="csX1" fmla="*/ 580292 w 1406769"/>
                <a:gd name="csY1" fmla="*/ 5861 h 17584"/>
                <a:gd name="csX2" fmla="*/ 1406769 w 1406769"/>
                <a:gd name="csY2" fmla="*/ 17584 h 17584"/>
                <a:gd name="csX0" fmla="*/ 0 w 1406769"/>
                <a:gd name="csY0" fmla="*/ 0 h 80411"/>
                <a:gd name="csX1" fmla="*/ 674077 w 1406769"/>
                <a:gd name="csY1" fmla="*/ 80255 h 80411"/>
                <a:gd name="csX2" fmla="*/ 1406769 w 1406769"/>
                <a:gd name="csY2" fmla="*/ 17584 h 80411"/>
                <a:gd name="csX0" fmla="*/ 0 w 973015"/>
                <a:gd name="csY0" fmla="*/ 801 h 81181"/>
                <a:gd name="csX1" fmla="*/ 674077 w 973015"/>
                <a:gd name="csY1" fmla="*/ 81056 h 81181"/>
                <a:gd name="csX2" fmla="*/ 973015 w 973015"/>
                <a:gd name="csY2" fmla="*/ 125 h 81181"/>
                <a:gd name="csX0" fmla="*/ 0 w 973015"/>
                <a:gd name="csY0" fmla="*/ 676 h 81191"/>
                <a:gd name="csX1" fmla="*/ 674077 w 973015"/>
                <a:gd name="csY1" fmla="*/ 80931 h 81191"/>
                <a:gd name="csX2" fmla="*/ 973015 w 973015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387093"/>
                <a:gd name="csY0" fmla="*/ 4058 h 84313"/>
                <a:gd name="csX1" fmla="*/ 234462 w 387093"/>
                <a:gd name="csY1" fmla="*/ 84313 h 84313"/>
                <a:gd name="csX2" fmla="*/ 381000 w 387093"/>
                <a:gd name="csY2" fmla="*/ 0 h 84313"/>
                <a:gd name="csX0" fmla="*/ 0 w 397865"/>
                <a:gd name="csY0" fmla="*/ 4058 h 84313"/>
                <a:gd name="csX1" fmla="*/ 234462 w 397865"/>
                <a:gd name="csY1" fmla="*/ 84313 h 84313"/>
                <a:gd name="csX2" fmla="*/ 381000 w 397865"/>
                <a:gd name="csY2" fmla="*/ 0 h 84313"/>
                <a:gd name="csX0" fmla="*/ 71 w 263121"/>
                <a:gd name="csY0" fmla="*/ 0 h 85665"/>
                <a:gd name="csX1" fmla="*/ 99718 w 263121"/>
                <a:gd name="csY1" fmla="*/ 85665 h 85665"/>
                <a:gd name="csX2" fmla="*/ 246256 w 263121"/>
                <a:gd name="csY2" fmla="*/ 1352 h 85665"/>
                <a:gd name="csX0" fmla="*/ 18318 w 281368"/>
                <a:gd name="csY0" fmla="*/ 0 h 85665"/>
                <a:gd name="csX1" fmla="*/ 117965 w 281368"/>
                <a:gd name="csY1" fmla="*/ 85665 h 85665"/>
                <a:gd name="csX2" fmla="*/ 264503 w 281368"/>
                <a:gd name="csY2" fmla="*/ 1352 h 85665"/>
                <a:gd name="csX0" fmla="*/ 18318 w 302294"/>
                <a:gd name="csY0" fmla="*/ 0 h 85665"/>
                <a:gd name="csX1" fmla="*/ 117965 w 302294"/>
                <a:gd name="csY1" fmla="*/ 85665 h 85665"/>
                <a:gd name="csX2" fmla="*/ 264503 w 302294"/>
                <a:gd name="csY2" fmla="*/ 1352 h 85665"/>
                <a:gd name="csX0" fmla="*/ 18318 w 276972"/>
                <a:gd name="csY0" fmla="*/ 0 h 85665"/>
                <a:gd name="csX1" fmla="*/ 117965 w 276972"/>
                <a:gd name="csY1" fmla="*/ 85665 h 85665"/>
                <a:gd name="csX2" fmla="*/ 264503 w 276972"/>
                <a:gd name="csY2" fmla="*/ 1352 h 85665"/>
                <a:gd name="csX0" fmla="*/ 18318 w 264503"/>
                <a:gd name="csY0" fmla="*/ 0 h 85665"/>
                <a:gd name="csX1" fmla="*/ 117965 w 264503"/>
                <a:gd name="csY1" fmla="*/ 85665 h 85665"/>
                <a:gd name="csX2" fmla="*/ 264503 w 264503"/>
                <a:gd name="csY2" fmla="*/ 1352 h 85665"/>
                <a:gd name="csX0" fmla="*/ 0 w 246185"/>
                <a:gd name="csY0" fmla="*/ 0 h 85665"/>
                <a:gd name="csX1" fmla="*/ 99647 w 246185"/>
                <a:gd name="csY1" fmla="*/ 85665 h 85665"/>
                <a:gd name="csX2" fmla="*/ 246185 w 246185"/>
                <a:gd name="csY2" fmla="*/ 1352 h 85665"/>
                <a:gd name="csX0" fmla="*/ 0 w 168395"/>
                <a:gd name="csY0" fmla="*/ 677 h 86342"/>
                <a:gd name="csX1" fmla="*/ 99647 w 168395"/>
                <a:gd name="csY1" fmla="*/ 86342 h 86342"/>
                <a:gd name="csX2" fmla="*/ 158262 w 168395"/>
                <a:gd name="csY2" fmla="*/ 0 h 86342"/>
                <a:gd name="csX0" fmla="*/ 0 w 158262"/>
                <a:gd name="csY0" fmla="*/ 677 h 86342"/>
                <a:gd name="csX1" fmla="*/ 99647 w 158262"/>
                <a:gd name="csY1" fmla="*/ 86342 h 86342"/>
                <a:gd name="csX2" fmla="*/ 158262 w 158262"/>
                <a:gd name="csY2" fmla="*/ 0 h 86342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60434"/>
                <a:gd name="csY0" fmla="*/ 677 h 74168"/>
                <a:gd name="csX1" fmla="*/ 99647 w 160434"/>
                <a:gd name="csY1" fmla="*/ 74168 h 74168"/>
                <a:gd name="csX2" fmla="*/ 158262 w 160434"/>
                <a:gd name="csY2" fmla="*/ 0 h 74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0434" h="74168">
                  <a:moveTo>
                    <a:pt x="0" y="677"/>
                  </a:moveTo>
                  <a:cubicBezTo>
                    <a:pt x="7816" y="51100"/>
                    <a:pt x="-13676" y="60943"/>
                    <a:pt x="99647" y="74168"/>
                  </a:cubicBezTo>
                  <a:cubicBezTo>
                    <a:pt x="187570" y="59816"/>
                    <a:pt x="152401" y="46139"/>
                    <a:pt x="158262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9D5F32-856E-02A7-0636-E3D9F5E33066}"/>
                </a:ext>
              </a:extLst>
            </p:cNvPr>
            <p:cNvCxnSpPr>
              <a:cxnSpLocks/>
            </p:cNvCxnSpPr>
            <p:nvPr/>
          </p:nvCxnSpPr>
          <p:spPr>
            <a:xfrm>
              <a:off x="1852246" y="2690440"/>
              <a:ext cx="5509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9595408-E171-B276-53F4-748387BE2DE9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5" y="2690440"/>
              <a:ext cx="581811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6CFC12B-38E9-EDCF-6383-C1AA2ABD071D}"/>
                </a:ext>
              </a:extLst>
            </p:cNvPr>
            <p:cNvSpPr/>
            <p:nvPr/>
          </p:nvSpPr>
          <p:spPr>
            <a:xfrm rot="10800000" flipV="1">
              <a:off x="2557801" y="2690443"/>
              <a:ext cx="160434" cy="642813"/>
            </a:xfrm>
            <a:custGeom>
              <a:avLst/>
              <a:gdLst>
                <a:gd name="csX0" fmla="*/ 0 w 1406769"/>
                <a:gd name="csY0" fmla="*/ 0 h 17584"/>
                <a:gd name="csX1" fmla="*/ 580292 w 1406769"/>
                <a:gd name="csY1" fmla="*/ 5861 h 17584"/>
                <a:gd name="csX2" fmla="*/ 1406769 w 1406769"/>
                <a:gd name="csY2" fmla="*/ 17584 h 17584"/>
                <a:gd name="csX0" fmla="*/ 0 w 1406769"/>
                <a:gd name="csY0" fmla="*/ 0 h 80411"/>
                <a:gd name="csX1" fmla="*/ 674077 w 1406769"/>
                <a:gd name="csY1" fmla="*/ 80255 h 80411"/>
                <a:gd name="csX2" fmla="*/ 1406769 w 1406769"/>
                <a:gd name="csY2" fmla="*/ 17584 h 80411"/>
                <a:gd name="csX0" fmla="*/ 0 w 973015"/>
                <a:gd name="csY0" fmla="*/ 801 h 81181"/>
                <a:gd name="csX1" fmla="*/ 674077 w 973015"/>
                <a:gd name="csY1" fmla="*/ 81056 h 81181"/>
                <a:gd name="csX2" fmla="*/ 973015 w 973015"/>
                <a:gd name="csY2" fmla="*/ 125 h 81181"/>
                <a:gd name="csX0" fmla="*/ 0 w 973015"/>
                <a:gd name="csY0" fmla="*/ 676 h 81191"/>
                <a:gd name="csX1" fmla="*/ 674077 w 973015"/>
                <a:gd name="csY1" fmla="*/ 80931 h 81191"/>
                <a:gd name="csX2" fmla="*/ 973015 w 973015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387093"/>
                <a:gd name="csY0" fmla="*/ 4058 h 84313"/>
                <a:gd name="csX1" fmla="*/ 234462 w 387093"/>
                <a:gd name="csY1" fmla="*/ 84313 h 84313"/>
                <a:gd name="csX2" fmla="*/ 381000 w 387093"/>
                <a:gd name="csY2" fmla="*/ 0 h 84313"/>
                <a:gd name="csX0" fmla="*/ 0 w 397865"/>
                <a:gd name="csY0" fmla="*/ 4058 h 84313"/>
                <a:gd name="csX1" fmla="*/ 234462 w 397865"/>
                <a:gd name="csY1" fmla="*/ 84313 h 84313"/>
                <a:gd name="csX2" fmla="*/ 381000 w 397865"/>
                <a:gd name="csY2" fmla="*/ 0 h 84313"/>
                <a:gd name="csX0" fmla="*/ 71 w 263121"/>
                <a:gd name="csY0" fmla="*/ 0 h 85665"/>
                <a:gd name="csX1" fmla="*/ 99718 w 263121"/>
                <a:gd name="csY1" fmla="*/ 85665 h 85665"/>
                <a:gd name="csX2" fmla="*/ 246256 w 263121"/>
                <a:gd name="csY2" fmla="*/ 1352 h 85665"/>
                <a:gd name="csX0" fmla="*/ 18318 w 281368"/>
                <a:gd name="csY0" fmla="*/ 0 h 85665"/>
                <a:gd name="csX1" fmla="*/ 117965 w 281368"/>
                <a:gd name="csY1" fmla="*/ 85665 h 85665"/>
                <a:gd name="csX2" fmla="*/ 264503 w 281368"/>
                <a:gd name="csY2" fmla="*/ 1352 h 85665"/>
                <a:gd name="csX0" fmla="*/ 18318 w 302294"/>
                <a:gd name="csY0" fmla="*/ 0 h 85665"/>
                <a:gd name="csX1" fmla="*/ 117965 w 302294"/>
                <a:gd name="csY1" fmla="*/ 85665 h 85665"/>
                <a:gd name="csX2" fmla="*/ 264503 w 302294"/>
                <a:gd name="csY2" fmla="*/ 1352 h 85665"/>
                <a:gd name="csX0" fmla="*/ 18318 w 276972"/>
                <a:gd name="csY0" fmla="*/ 0 h 85665"/>
                <a:gd name="csX1" fmla="*/ 117965 w 276972"/>
                <a:gd name="csY1" fmla="*/ 85665 h 85665"/>
                <a:gd name="csX2" fmla="*/ 264503 w 276972"/>
                <a:gd name="csY2" fmla="*/ 1352 h 85665"/>
                <a:gd name="csX0" fmla="*/ 18318 w 264503"/>
                <a:gd name="csY0" fmla="*/ 0 h 85665"/>
                <a:gd name="csX1" fmla="*/ 117965 w 264503"/>
                <a:gd name="csY1" fmla="*/ 85665 h 85665"/>
                <a:gd name="csX2" fmla="*/ 264503 w 264503"/>
                <a:gd name="csY2" fmla="*/ 1352 h 85665"/>
                <a:gd name="csX0" fmla="*/ 0 w 246185"/>
                <a:gd name="csY0" fmla="*/ 0 h 85665"/>
                <a:gd name="csX1" fmla="*/ 99647 w 246185"/>
                <a:gd name="csY1" fmla="*/ 85665 h 85665"/>
                <a:gd name="csX2" fmla="*/ 246185 w 246185"/>
                <a:gd name="csY2" fmla="*/ 1352 h 85665"/>
                <a:gd name="csX0" fmla="*/ 0 w 168395"/>
                <a:gd name="csY0" fmla="*/ 677 h 86342"/>
                <a:gd name="csX1" fmla="*/ 99647 w 168395"/>
                <a:gd name="csY1" fmla="*/ 86342 h 86342"/>
                <a:gd name="csX2" fmla="*/ 158262 w 168395"/>
                <a:gd name="csY2" fmla="*/ 0 h 86342"/>
                <a:gd name="csX0" fmla="*/ 0 w 158262"/>
                <a:gd name="csY0" fmla="*/ 677 h 86342"/>
                <a:gd name="csX1" fmla="*/ 99647 w 158262"/>
                <a:gd name="csY1" fmla="*/ 86342 h 86342"/>
                <a:gd name="csX2" fmla="*/ 158262 w 158262"/>
                <a:gd name="csY2" fmla="*/ 0 h 86342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60434"/>
                <a:gd name="csY0" fmla="*/ 677 h 74168"/>
                <a:gd name="csX1" fmla="*/ 99647 w 160434"/>
                <a:gd name="csY1" fmla="*/ 74168 h 74168"/>
                <a:gd name="csX2" fmla="*/ 158262 w 160434"/>
                <a:gd name="csY2" fmla="*/ 0 h 74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0434" h="74168">
                  <a:moveTo>
                    <a:pt x="0" y="677"/>
                  </a:moveTo>
                  <a:cubicBezTo>
                    <a:pt x="7816" y="51100"/>
                    <a:pt x="-13676" y="60943"/>
                    <a:pt x="99647" y="74168"/>
                  </a:cubicBezTo>
                  <a:cubicBezTo>
                    <a:pt x="187570" y="59816"/>
                    <a:pt x="152401" y="46139"/>
                    <a:pt x="158262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A8A926B-C482-16FD-1634-94837496A253}"/>
              </a:ext>
            </a:extLst>
          </p:cNvPr>
          <p:cNvCxnSpPr>
            <a:cxnSpLocks/>
          </p:cNvCxnSpPr>
          <p:nvPr/>
        </p:nvCxnSpPr>
        <p:spPr>
          <a:xfrm>
            <a:off x="2090721" y="4574946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162D2C-C693-F87E-92F7-E92E9C5E9704}"/>
              </a:ext>
            </a:extLst>
          </p:cNvPr>
          <p:cNvCxnSpPr>
            <a:cxnSpLocks/>
          </p:cNvCxnSpPr>
          <p:nvPr/>
        </p:nvCxnSpPr>
        <p:spPr>
          <a:xfrm>
            <a:off x="2057123" y="2989317"/>
            <a:ext cx="2274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17FF69D-C17D-28E3-20E7-BEF6E2E8C8A4}"/>
              </a:ext>
            </a:extLst>
          </p:cNvPr>
          <p:cNvCxnSpPr>
            <a:cxnSpLocks/>
          </p:cNvCxnSpPr>
          <p:nvPr/>
        </p:nvCxnSpPr>
        <p:spPr>
          <a:xfrm flipV="1">
            <a:off x="231932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F15DDD-2029-0DA4-9EDC-DF0A5733CCA5}"/>
              </a:ext>
            </a:extLst>
          </p:cNvPr>
          <p:cNvCxnSpPr>
            <a:cxnSpLocks/>
          </p:cNvCxnSpPr>
          <p:nvPr/>
        </p:nvCxnSpPr>
        <p:spPr>
          <a:xfrm flipV="1">
            <a:off x="2418965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3DA4EF-CEF7-F9A3-BE78-2D38F6209C85}"/>
              </a:ext>
            </a:extLst>
          </p:cNvPr>
          <p:cNvCxnSpPr>
            <a:cxnSpLocks/>
          </p:cNvCxnSpPr>
          <p:nvPr/>
        </p:nvCxnSpPr>
        <p:spPr>
          <a:xfrm flipV="1">
            <a:off x="251275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1C8540-7533-A59A-681D-202076BCF423}"/>
              </a:ext>
            </a:extLst>
          </p:cNvPr>
          <p:cNvCxnSpPr>
            <a:cxnSpLocks/>
          </p:cNvCxnSpPr>
          <p:nvPr/>
        </p:nvCxnSpPr>
        <p:spPr>
          <a:xfrm flipV="1">
            <a:off x="2991880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ED9F891-FBFE-034D-D1B6-F41A44FC1B1B}"/>
              </a:ext>
            </a:extLst>
          </p:cNvPr>
          <p:cNvCxnSpPr>
            <a:cxnSpLocks/>
          </p:cNvCxnSpPr>
          <p:nvPr/>
        </p:nvCxnSpPr>
        <p:spPr>
          <a:xfrm flipV="1">
            <a:off x="3091524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BEB6A92-B9BB-AF71-1EBE-5E7C9AECC331}"/>
              </a:ext>
            </a:extLst>
          </p:cNvPr>
          <p:cNvCxnSpPr>
            <a:cxnSpLocks/>
          </p:cNvCxnSpPr>
          <p:nvPr/>
        </p:nvCxnSpPr>
        <p:spPr>
          <a:xfrm flipV="1">
            <a:off x="3185310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E00B8FD-68D4-F0FC-B0A0-C37991B7D081}"/>
              </a:ext>
            </a:extLst>
          </p:cNvPr>
          <p:cNvCxnSpPr>
            <a:cxnSpLocks/>
          </p:cNvCxnSpPr>
          <p:nvPr/>
        </p:nvCxnSpPr>
        <p:spPr>
          <a:xfrm flipV="1">
            <a:off x="364251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04F76B-7931-9F1B-8D93-92ECFD1F65E3}"/>
              </a:ext>
            </a:extLst>
          </p:cNvPr>
          <p:cNvCxnSpPr>
            <a:cxnSpLocks/>
          </p:cNvCxnSpPr>
          <p:nvPr/>
        </p:nvCxnSpPr>
        <p:spPr>
          <a:xfrm flipV="1">
            <a:off x="3742155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1C764EC-7A21-D9CA-6020-C1813756B22A}"/>
              </a:ext>
            </a:extLst>
          </p:cNvPr>
          <p:cNvCxnSpPr>
            <a:cxnSpLocks/>
          </p:cNvCxnSpPr>
          <p:nvPr/>
        </p:nvCxnSpPr>
        <p:spPr>
          <a:xfrm flipV="1">
            <a:off x="383594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048A4E-24FB-BB23-5588-765162AC1658}"/>
              </a:ext>
            </a:extLst>
          </p:cNvPr>
          <p:cNvCxnSpPr>
            <a:cxnSpLocks/>
          </p:cNvCxnSpPr>
          <p:nvPr/>
        </p:nvCxnSpPr>
        <p:spPr>
          <a:xfrm flipV="1">
            <a:off x="2453211" y="277830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FAAA5B-F691-9AEF-40CD-C86B6F536BF3}"/>
              </a:ext>
            </a:extLst>
          </p:cNvPr>
          <p:cNvCxnSpPr>
            <a:cxnSpLocks/>
          </p:cNvCxnSpPr>
          <p:nvPr/>
        </p:nvCxnSpPr>
        <p:spPr>
          <a:xfrm flipV="1">
            <a:off x="3031984" y="277830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9092912-C677-78B6-AA61-414A952D5AEC}"/>
              </a:ext>
            </a:extLst>
          </p:cNvPr>
          <p:cNvCxnSpPr>
            <a:cxnSpLocks/>
          </p:cNvCxnSpPr>
          <p:nvPr/>
        </p:nvCxnSpPr>
        <p:spPr>
          <a:xfrm flipV="1">
            <a:off x="3582971" y="277830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162E9F-1146-1459-472A-3F76BAE36B15}"/>
              </a:ext>
            </a:extLst>
          </p:cNvPr>
          <p:cNvCxnSpPr>
            <a:cxnSpLocks/>
          </p:cNvCxnSpPr>
          <p:nvPr/>
        </p:nvCxnSpPr>
        <p:spPr>
          <a:xfrm flipV="1">
            <a:off x="244213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73631D0-9CB4-A613-34CE-B2C529906DDC}"/>
              </a:ext>
            </a:extLst>
          </p:cNvPr>
          <p:cNvCxnSpPr>
            <a:cxnSpLocks/>
          </p:cNvCxnSpPr>
          <p:nvPr/>
        </p:nvCxnSpPr>
        <p:spPr>
          <a:xfrm flipH="1">
            <a:off x="2441487" y="2743129"/>
            <a:ext cx="1680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ADDB514-1B70-BF77-67D1-A1C6D6633F1F}"/>
              </a:ext>
            </a:extLst>
          </p:cNvPr>
          <p:cNvCxnSpPr>
            <a:cxnSpLocks/>
          </p:cNvCxnSpPr>
          <p:nvPr/>
        </p:nvCxnSpPr>
        <p:spPr>
          <a:xfrm flipV="1">
            <a:off x="412809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5AE608-0415-BA78-3184-65B87B9CDC34}"/>
              </a:ext>
            </a:extLst>
          </p:cNvPr>
          <p:cNvGrpSpPr/>
          <p:nvPr/>
        </p:nvGrpSpPr>
        <p:grpSpPr>
          <a:xfrm>
            <a:off x="2301735" y="4328758"/>
            <a:ext cx="341819" cy="246188"/>
            <a:chOff x="2301735" y="3868613"/>
            <a:chExt cx="341819" cy="24618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EE6B6C5-3A51-FE84-2DA5-E83956C07C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E5DC39C-8C25-69F4-B62F-5BF3CE031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FE699EB-8E64-3E3D-0439-3F1C3DAA3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E3BEE0F-EAC2-6494-95A6-5C3059C162D5}"/>
              </a:ext>
            </a:extLst>
          </p:cNvPr>
          <p:cNvGrpSpPr/>
          <p:nvPr/>
        </p:nvGrpSpPr>
        <p:grpSpPr>
          <a:xfrm>
            <a:off x="2970489" y="4328758"/>
            <a:ext cx="341819" cy="246188"/>
            <a:chOff x="2301735" y="3868613"/>
            <a:chExt cx="341819" cy="24618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714EBC7-5FB6-004F-1397-4E97DE75E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12C2473-F8FE-E249-CBBE-7348F535F0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6D792BA-76DC-8CF4-3AAF-F0887AF5A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2460F7B-488A-926A-3848-17DAEE0DB8BC}"/>
              </a:ext>
            </a:extLst>
          </p:cNvPr>
          <p:cNvGrpSpPr/>
          <p:nvPr/>
        </p:nvGrpSpPr>
        <p:grpSpPr>
          <a:xfrm>
            <a:off x="3621123" y="4334616"/>
            <a:ext cx="341819" cy="246188"/>
            <a:chOff x="2301735" y="3868613"/>
            <a:chExt cx="341819" cy="24618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9BFE72-ABD4-FA74-7122-EDF37822A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DB73B06-ADA5-1856-3DB9-C70ECD3C17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E8E3048-F413-9A00-9F6D-5E92A15F0A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79D0E5C-33FD-7C48-0622-FD2FAF622726}"/>
              </a:ext>
            </a:extLst>
          </p:cNvPr>
          <p:cNvGrpSpPr/>
          <p:nvPr/>
        </p:nvGrpSpPr>
        <p:grpSpPr>
          <a:xfrm>
            <a:off x="2284149" y="4264280"/>
            <a:ext cx="2106792" cy="310666"/>
            <a:chOff x="2284149" y="3804135"/>
            <a:chExt cx="2106792" cy="310666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08D7990-D743-7F4F-CC53-DF52FD47D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9198CEC-326E-6BC0-3CC3-E285272EE0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3F36249-EBA4-B1A7-61F7-5C03FE10A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53C2B48-F005-0FA8-DB27-5021B914616E}"/>
              </a:ext>
            </a:extLst>
          </p:cNvPr>
          <p:cNvCxnSpPr>
            <a:cxnSpLocks/>
          </p:cNvCxnSpPr>
          <p:nvPr/>
        </p:nvCxnSpPr>
        <p:spPr>
          <a:xfrm>
            <a:off x="2090721" y="6119460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7281D2A-BF40-D09E-6DDF-D8588F72AB7D}"/>
              </a:ext>
            </a:extLst>
          </p:cNvPr>
          <p:cNvCxnSpPr>
            <a:cxnSpLocks/>
          </p:cNvCxnSpPr>
          <p:nvPr/>
        </p:nvCxnSpPr>
        <p:spPr>
          <a:xfrm flipV="1">
            <a:off x="2279214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465A52-3AD5-BCB6-CD29-25EA5CBEEAF8}"/>
              </a:ext>
            </a:extLst>
          </p:cNvPr>
          <p:cNvCxnSpPr>
            <a:cxnSpLocks/>
          </p:cNvCxnSpPr>
          <p:nvPr/>
        </p:nvCxnSpPr>
        <p:spPr>
          <a:xfrm flipV="1">
            <a:off x="2319321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D1A211C-0C80-4B34-90FC-48EB9851B808}"/>
              </a:ext>
            </a:extLst>
          </p:cNvPr>
          <p:cNvCxnSpPr>
            <a:cxnSpLocks/>
          </p:cNvCxnSpPr>
          <p:nvPr/>
        </p:nvCxnSpPr>
        <p:spPr>
          <a:xfrm flipV="1">
            <a:off x="2361274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6660B09-55A8-3EDF-224E-7CEDCE1B5F6B}"/>
              </a:ext>
            </a:extLst>
          </p:cNvPr>
          <p:cNvCxnSpPr>
            <a:cxnSpLocks/>
          </p:cNvCxnSpPr>
          <p:nvPr/>
        </p:nvCxnSpPr>
        <p:spPr>
          <a:xfrm flipV="1">
            <a:off x="2525406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1EA9234-28F1-D5EE-6668-63A635AB9417}"/>
              </a:ext>
            </a:extLst>
          </p:cNvPr>
          <p:cNvCxnSpPr>
            <a:cxnSpLocks/>
          </p:cNvCxnSpPr>
          <p:nvPr/>
        </p:nvCxnSpPr>
        <p:spPr>
          <a:xfrm flipV="1">
            <a:off x="2565513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90E64B3-94FF-A129-AC77-7EDDE2E257BA}"/>
              </a:ext>
            </a:extLst>
          </p:cNvPr>
          <p:cNvCxnSpPr>
            <a:cxnSpLocks/>
          </p:cNvCxnSpPr>
          <p:nvPr/>
        </p:nvCxnSpPr>
        <p:spPr>
          <a:xfrm flipV="1">
            <a:off x="2607466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403F949-8A64-80CB-5026-00D8F3854DF9}"/>
              </a:ext>
            </a:extLst>
          </p:cNvPr>
          <p:cNvCxnSpPr>
            <a:cxnSpLocks/>
          </p:cNvCxnSpPr>
          <p:nvPr/>
        </p:nvCxnSpPr>
        <p:spPr>
          <a:xfrm flipV="1">
            <a:off x="2771590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094989A-5A63-8D33-BCC5-A2D2087EDEDB}"/>
              </a:ext>
            </a:extLst>
          </p:cNvPr>
          <p:cNvCxnSpPr>
            <a:cxnSpLocks/>
          </p:cNvCxnSpPr>
          <p:nvPr/>
        </p:nvCxnSpPr>
        <p:spPr>
          <a:xfrm flipV="1">
            <a:off x="2811697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2CA7FCA-0514-EB55-FF61-449C1FC86B61}"/>
              </a:ext>
            </a:extLst>
          </p:cNvPr>
          <p:cNvCxnSpPr>
            <a:cxnSpLocks/>
          </p:cNvCxnSpPr>
          <p:nvPr/>
        </p:nvCxnSpPr>
        <p:spPr>
          <a:xfrm flipV="1">
            <a:off x="2853650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99463B0-D487-3428-997B-F27B824CD9F6}"/>
              </a:ext>
            </a:extLst>
          </p:cNvPr>
          <p:cNvCxnSpPr>
            <a:cxnSpLocks/>
          </p:cNvCxnSpPr>
          <p:nvPr/>
        </p:nvCxnSpPr>
        <p:spPr>
          <a:xfrm flipV="1">
            <a:off x="3498426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5818E96-8240-46D3-58FF-0561D7804BE5}"/>
              </a:ext>
            </a:extLst>
          </p:cNvPr>
          <p:cNvCxnSpPr>
            <a:cxnSpLocks/>
          </p:cNvCxnSpPr>
          <p:nvPr/>
        </p:nvCxnSpPr>
        <p:spPr>
          <a:xfrm flipV="1">
            <a:off x="3538533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0719F7A-FD86-4551-1CCF-22358E7F2C34}"/>
              </a:ext>
            </a:extLst>
          </p:cNvPr>
          <p:cNvCxnSpPr>
            <a:cxnSpLocks/>
          </p:cNvCxnSpPr>
          <p:nvPr/>
        </p:nvCxnSpPr>
        <p:spPr>
          <a:xfrm flipV="1">
            <a:off x="3580486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3952531-7782-E9ED-CF95-644D20CAF357}"/>
              </a:ext>
            </a:extLst>
          </p:cNvPr>
          <p:cNvCxnSpPr>
            <a:cxnSpLocks/>
          </p:cNvCxnSpPr>
          <p:nvPr/>
        </p:nvCxnSpPr>
        <p:spPr>
          <a:xfrm flipV="1">
            <a:off x="3762200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CADDF8D-FD8A-F484-5BFD-2B59DB66773E}"/>
              </a:ext>
            </a:extLst>
          </p:cNvPr>
          <p:cNvCxnSpPr>
            <a:cxnSpLocks/>
          </p:cNvCxnSpPr>
          <p:nvPr/>
        </p:nvCxnSpPr>
        <p:spPr>
          <a:xfrm flipV="1">
            <a:off x="3802307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9F070EB-20E3-2E84-D49D-7F8D6360ED8C}"/>
              </a:ext>
            </a:extLst>
          </p:cNvPr>
          <p:cNvCxnSpPr>
            <a:cxnSpLocks/>
          </p:cNvCxnSpPr>
          <p:nvPr/>
        </p:nvCxnSpPr>
        <p:spPr>
          <a:xfrm flipV="1">
            <a:off x="3844260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04B0B87-54EE-A598-F583-A585D3AEAF32}"/>
              </a:ext>
            </a:extLst>
          </p:cNvPr>
          <p:cNvCxnSpPr>
            <a:cxnSpLocks/>
          </p:cNvCxnSpPr>
          <p:nvPr/>
        </p:nvCxnSpPr>
        <p:spPr>
          <a:xfrm flipV="1">
            <a:off x="4014246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50B11B2-1C7F-38FF-F9AB-A2A290843B9D}"/>
              </a:ext>
            </a:extLst>
          </p:cNvPr>
          <p:cNvCxnSpPr>
            <a:cxnSpLocks/>
          </p:cNvCxnSpPr>
          <p:nvPr/>
        </p:nvCxnSpPr>
        <p:spPr>
          <a:xfrm flipV="1">
            <a:off x="4054353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E76CB89-4484-1569-81A8-27C3F1A410DA}"/>
              </a:ext>
            </a:extLst>
          </p:cNvPr>
          <p:cNvCxnSpPr>
            <a:cxnSpLocks/>
          </p:cNvCxnSpPr>
          <p:nvPr/>
        </p:nvCxnSpPr>
        <p:spPr>
          <a:xfrm flipV="1">
            <a:off x="4096306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48174E1-8570-DCD2-39E2-026F3A6D1FD8}"/>
              </a:ext>
            </a:extLst>
          </p:cNvPr>
          <p:cNvGrpSpPr/>
          <p:nvPr/>
        </p:nvGrpSpPr>
        <p:grpSpPr>
          <a:xfrm>
            <a:off x="2264260" y="5867398"/>
            <a:ext cx="138976" cy="246188"/>
            <a:chOff x="2301735" y="3868613"/>
            <a:chExt cx="341819" cy="246188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C04DE10-F691-3A5D-36E1-5A4D777280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AD2EAA2-09D6-A1D7-5A76-711F9E2EB5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21CDE49-0534-8258-9914-DD131A11B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81B268F-5652-D397-5666-926F80D88BD1}"/>
              </a:ext>
            </a:extLst>
          </p:cNvPr>
          <p:cNvGrpSpPr/>
          <p:nvPr/>
        </p:nvGrpSpPr>
        <p:grpSpPr>
          <a:xfrm>
            <a:off x="2510447" y="5873253"/>
            <a:ext cx="138976" cy="246188"/>
            <a:chOff x="2301735" y="3868613"/>
            <a:chExt cx="341819" cy="246188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55D07DF-8142-00B5-6CCE-A3983C4C8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E23A2D9-2CDE-D8D1-3889-B03C800DC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4379F25-69C8-6070-49C8-B65424B70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CC06D50-5154-41D9-1FFF-190C7FB39175}"/>
              </a:ext>
            </a:extLst>
          </p:cNvPr>
          <p:cNvGrpSpPr/>
          <p:nvPr/>
        </p:nvGrpSpPr>
        <p:grpSpPr>
          <a:xfrm>
            <a:off x="2756635" y="5867389"/>
            <a:ext cx="138976" cy="246188"/>
            <a:chOff x="2301735" y="3868613"/>
            <a:chExt cx="341819" cy="246188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91FE4CAA-E4FE-D74F-4742-A6924959F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BF7087A-C94E-9B6F-B720-968121ABFD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A004CA0-6097-599D-1B21-9850A48F87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1ABCDE5-E700-19C4-C9F7-55780D5149DF}"/>
              </a:ext>
            </a:extLst>
          </p:cNvPr>
          <p:cNvGrpSpPr/>
          <p:nvPr/>
        </p:nvGrpSpPr>
        <p:grpSpPr>
          <a:xfrm>
            <a:off x="3483471" y="5879105"/>
            <a:ext cx="138976" cy="246188"/>
            <a:chOff x="2301735" y="3868613"/>
            <a:chExt cx="341819" cy="24618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C16E565-33A0-F5AC-64F1-9E944FAAF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E303A32-C51C-27C6-4680-AF7FC702E6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8C0A8FD-04EA-D2BB-9D39-A48099D9DF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B0182DB-E417-3A4C-A1B2-B8BE4137C66D}"/>
              </a:ext>
            </a:extLst>
          </p:cNvPr>
          <p:cNvGrpSpPr/>
          <p:nvPr/>
        </p:nvGrpSpPr>
        <p:grpSpPr>
          <a:xfrm>
            <a:off x="3747243" y="5879101"/>
            <a:ext cx="138976" cy="246188"/>
            <a:chOff x="2301735" y="3868613"/>
            <a:chExt cx="341819" cy="24618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D45F080-D192-84D0-F13E-506ECAE16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B90DB93-FA7C-D1C3-716F-3DBE39F52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BD8CC5C-DD76-C564-6F96-631700238E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CF3DE6B-04DA-A62C-F861-2708C3A274A2}"/>
              </a:ext>
            </a:extLst>
          </p:cNvPr>
          <p:cNvGrpSpPr/>
          <p:nvPr/>
        </p:nvGrpSpPr>
        <p:grpSpPr>
          <a:xfrm>
            <a:off x="3999294" y="5879097"/>
            <a:ext cx="138976" cy="246188"/>
            <a:chOff x="2301735" y="3868613"/>
            <a:chExt cx="341819" cy="246188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CEE45D5-7898-5A01-E1DC-925CA5151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D32D579-183B-6815-FCF8-D39D1876A3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5B2D30DB-A8D4-C87E-067B-7245CCBE52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C88B78C-E6E1-D082-4397-B2541989E724}"/>
              </a:ext>
            </a:extLst>
          </p:cNvPr>
          <p:cNvGrpSpPr/>
          <p:nvPr/>
        </p:nvGrpSpPr>
        <p:grpSpPr>
          <a:xfrm>
            <a:off x="2258912" y="5802928"/>
            <a:ext cx="832612" cy="310666"/>
            <a:chOff x="2284149" y="3804135"/>
            <a:chExt cx="2106792" cy="31066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4A704CE-9CEC-AB16-6486-CB60984495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C88A6A6-8FC4-BA18-8CD7-27DAF648FE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B604EB3-93EB-E3B5-9E98-DA941AECE0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5D6FCE2-3651-2188-03E7-404D0A960226}"/>
              </a:ext>
            </a:extLst>
          </p:cNvPr>
          <p:cNvGrpSpPr/>
          <p:nvPr/>
        </p:nvGrpSpPr>
        <p:grpSpPr>
          <a:xfrm>
            <a:off x="3473638" y="5802928"/>
            <a:ext cx="832612" cy="310666"/>
            <a:chOff x="2284149" y="3804135"/>
            <a:chExt cx="2106792" cy="31066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3610962-58D9-9D37-24FE-F367EC0B4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B35530E-B38F-5C2E-8596-264FD8070B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9ACC258-E670-1D8E-C82D-DFD22D2C0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B7CA97F-6276-41DA-B0FD-0013F1192476}"/>
              </a:ext>
            </a:extLst>
          </p:cNvPr>
          <p:cNvGrpSpPr/>
          <p:nvPr/>
        </p:nvGrpSpPr>
        <p:grpSpPr>
          <a:xfrm>
            <a:off x="2237736" y="5726736"/>
            <a:ext cx="2691817" cy="380995"/>
            <a:chOff x="2284149" y="3804135"/>
            <a:chExt cx="2106792" cy="310666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73A09A9-C68A-2E78-756A-8289F3210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8F4FC7B-A252-4757-45B7-4C45ED6209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FDA224F-AB73-9625-0A51-6482C0189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16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926A2033-2E30-2320-073F-6059A387028B}"/>
              </a:ext>
            </a:extLst>
          </p:cNvPr>
          <p:cNvSpPr txBox="1"/>
          <p:nvPr/>
        </p:nvSpPr>
        <p:spPr>
          <a:xfrm>
            <a:off x="2358491" y="2316689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pulse_count</a:t>
            </a:r>
            <a:r>
              <a:rPr lang="en-AU" sz="10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AB5317F-34E9-3290-210F-D91B69651A58}"/>
              </a:ext>
            </a:extLst>
          </p:cNvPr>
          <p:cNvSpPr txBox="1"/>
          <p:nvPr/>
        </p:nvSpPr>
        <p:spPr>
          <a:xfrm>
            <a:off x="2358490" y="24630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instance_duration</a:t>
            </a:r>
            <a:r>
              <a:rPr lang="en-AU" sz="1000" dirty="0">
                <a:solidFill>
                  <a:srgbClr val="FF0000"/>
                </a:solidFill>
              </a:rPr>
              <a:t> = 0.06 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5D0E47E-4317-957F-F700-132B8C2A0C32}"/>
              </a:ext>
            </a:extLst>
          </p:cNvPr>
          <p:cNvSpPr txBox="1"/>
          <p:nvPr/>
        </p:nvSpPr>
        <p:spPr>
          <a:xfrm>
            <a:off x="2359425" y="3217872"/>
            <a:ext cx="2069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5C65E63-1161-F8D0-5FE9-E17C9851A82E}"/>
              </a:ext>
            </a:extLst>
          </p:cNvPr>
          <p:cNvSpPr txBox="1"/>
          <p:nvPr/>
        </p:nvSpPr>
        <p:spPr>
          <a:xfrm>
            <a:off x="2359425" y="3373227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pulse_repetition_frequency</a:t>
            </a:r>
            <a:r>
              <a:rPr lang="en-AU" sz="1000" dirty="0">
                <a:solidFill>
                  <a:srgbClr val="FF0000"/>
                </a:solidFill>
              </a:rPr>
              <a:t> = 50 Hz 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4592D52-F13A-7112-8DE9-B079125319B1}"/>
              </a:ext>
            </a:extLst>
          </p:cNvPr>
          <p:cNvGrpSpPr/>
          <p:nvPr/>
        </p:nvGrpSpPr>
        <p:grpSpPr>
          <a:xfrm>
            <a:off x="2433104" y="3188562"/>
            <a:ext cx="591737" cy="64521"/>
            <a:chOff x="2492644" y="3165184"/>
            <a:chExt cx="591737" cy="64521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07A4EAC-ACD4-9ABC-EAF0-E2D33F86F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34871DA-85E2-DEF8-F267-5A24B2596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EE2CA49-05E5-93A2-8FD5-610774AF2A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11D705D-C8A2-A0B5-4A09-7907931D7F4D}"/>
              </a:ext>
            </a:extLst>
          </p:cNvPr>
          <p:cNvGrpSpPr/>
          <p:nvPr/>
        </p:nvGrpSpPr>
        <p:grpSpPr>
          <a:xfrm>
            <a:off x="2300500" y="4774184"/>
            <a:ext cx="661770" cy="64521"/>
            <a:chOff x="2492644" y="3165184"/>
            <a:chExt cx="591737" cy="64521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5A9AA6D-6B44-5CC3-4A3D-35543ADBA8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D5B6675-8B83-0727-0390-8A94FF4756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C8C37615-FF47-38DD-9CCC-1FBF9076C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04C239D-E250-8202-210E-68A0B2D623A6}"/>
              </a:ext>
            </a:extLst>
          </p:cNvPr>
          <p:cNvCxnSpPr>
            <a:cxnSpLocks/>
          </p:cNvCxnSpPr>
          <p:nvPr/>
        </p:nvCxnSpPr>
        <p:spPr>
          <a:xfrm>
            <a:off x="0" y="2168773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7A7B048-8E3B-8802-0452-02859CA6AEB3}"/>
              </a:ext>
            </a:extLst>
          </p:cNvPr>
          <p:cNvSpPr txBox="1"/>
          <p:nvPr/>
        </p:nvSpPr>
        <p:spPr>
          <a:xfrm>
            <a:off x="83636" y="584281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Layer -1</a:t>
            </a:r>
          </a:p>
          <a:p>
            <a:r>
              <a:rPr lang="en-AU" sz="1200" dirty="0"/>
              <a:t>Pulse characteristics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602D63D-28CF-E85B-7027-B350047DECA7}"/>
              </a:ext>
            </a:extLst>
          </p:cNvPr>
          <p:cNvCxnSpPr>
            <a:cxnSpLocks/>
          </p:cNvCxnSpPr>
          <p:nvPr/>
        </p:nvCxnSpPr>
        <p:spPr>
          <a:xfrm>
            <a:off x="0" y="3763112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ABE2117-41C0-2A75-06D8-5BA93D2C1801}"/>
              </a:ext>
            </a:extLst>
          </p:cNvPr>
          <p:cNvCxnSpPr>
            <a:cxnSpLocks/>
          </p:cNvCxnSpPr>
          <p:nvPr/>
        </p:nvCxnSpPr>
        <p:spPr>
          <a:xfrm>
            <a:off x="0" y="5292969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CEBFDCE-8CBC-1149-91AF-A342239FC6F0}"/>
              </a:ext>
            </a:extLst>
          </p:cNvPr>
          <p:cNvGrpSpPr/>
          <p:nvPr/>
        </p:nvGrpSpPr>
        <p:grpSpPr>
          <a:xfrm>
            <a:off x="3359323" y="1823821"/>
            <a:ext cx="270548" cy="52803"/>
            <a:chOff x="2492644" y="3165184"/>
            <a:chExt cx="591737" cy="64521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D03035E-2939-8DAA-ADF7-144C7D354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92AD88A-549F-BDA9-4F45-8A146A199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80827F11-B723-281D-21FB-0D460AE9F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86E8212B-1DEA-FF31-7BEF-0A53D28FE6D0}"/>
              </a:ext>
            </a:extLst>
          </p:cNvPr>
          <p:cNvSpPr txBox="1"/>
          <p:nvPr/>
        </p:nvSpPr>
        <p:spPr>
          <a:xfrm>
            <a:off x="118817" y="2644346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Layer 0</a:t>
            </a:r>
          </a:p>
          <a:p>
            <a:r>
              <a:rPr lang="en-AU" sz="1200" dirty="0">
                <a:solidFill>
                  <a:srgbClr val="FF0000"/>
                </a:solidFill>
              </a:rPr>
              <a:t>Instance [burst, train]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2537EC0-F55C-D482-3C63-30D93398B052}"/>
              </a:ext>
            </a:extLst>
          </p:cNvPr>
          <p:cNvSpPr txBox="1"/>
          <p:nvPr/>
        </p:nvSpPr>
        <p:spPr>
          <a:xfrm>
            <a:off x="3031984" y="1888466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pulse_duration</a:t>
            </a:r>
            <a:r>
              <a:rPr lang="en-AU" sz="1000" dirty="0"/>
              <a:t> = 0.002 s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F502854-CAC2-24FD-F38E-7654FEF921B4}"/>
              </a:ext>
            </a:extLst>
          </p:cNvPr>
          <p:cNvGrpSpPr/>
          <p:nvPr/>
        </p:nvGrpSpPr>
        <p:grpSpPr>
          <a:xfrm rot="16200000">
            <a:off x="2092262" y="1289483"/>
            <a:ext cx="928975" cy="69416"/>
            <a:chOff x="2492644" y="3165184"/>
            <a:chExt cx="591737" cy="64521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3C1E324-58AD-9A19-BE29-5C38344D7E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B9C5E83-627A-FD93-CFFB-69CA50131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7D7B51F-60AC-9A97-1AC9-269987679A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9279990C-F220-525F-D853-71D49163A01E}"/>
              </a:ext>
            </a:extLst>
          </p:cNvPr>
          <p:cNvSpPr txBox="1"/>
          <p:nvPr/>
        </p:nvSpPr>
        <p:spPr>
          <a:xfrm>
            <a:off x="2786354" y="566932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‘biphasic’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608DA97-C5A8-538D-C329-E9322A4F4895}"/>
              </a:ext>
            </a:extLst>
          </p:cNvPr>
          <p:cNvSpPr txBox="1"/>
          <p:nvPr/>
        </p:nvSpPr>
        <p:spPr>
          <a:xfrm>
            <a:off x="1540396" y="181650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pulse_intensity</a:t>
            </a:r>
            <a:r>
              <a:rPr lang="en-AU" sz="1000" dirty="0"/>
              <a:t> = 40 %MSO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CFF1318-3F43-7807-7F69-51FBDDEA11F1}"/>
              </a:ext>
            </a:extLst>
          </p:cNvPr>
          <p:cNvSpPr txBox="1"/>
          <p:nvPr/>
        </p:nvSpPr>
        <p:spPr>
          <a:xfrm>
            <a:off x="2275846" y="378366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instance_count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1139DF1-7F51-33B5-F2BE-E73C2EDB058A}"/>
              </a:ext>
            </a:extLst>
          </p:cNvPr>
          <p:cNvSpPr txBox="1"/>
          <p:nvPr/>
        </p:nvSpPr>
        <p:spPr>
          <a:xfrm>
            <a:off x="2275846" y="3924277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train_duration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0.6 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300F2B6-8CFC-9963-3C7B-32FC9B70C048}"/>
              </a:ext>
            </a:extLst>
          </p:cNvPr>
          <p:cNvSpPr txBox="1"/>
          <p:nvPr/>
        </p:nvSpPr>
        <p:spPr>
          <a:xfrm>
            <a:off x="2219673" y="4869365"/>
            <a:ext cx="215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instance_repetition_interval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0.2 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CE6F7EC-628C-7E8B-D001-659F5243FDE0}"/>
              </a:ext>
            </a:extLst>
          </p:cNvPr>
          <p:cNvSpPr txBox="1"/>
          <p:nvPr/>
        </p:nvSpPr>
        <p:spPr>
          <a:xfrm>
            <a:off x="2219673" y="5014593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instance_repetition_frequency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5 Hz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C7F28C4-5774-1799-0F51-D219D48068B7}"/>
              </a:ext>
            </a:extLst>
          </p:cNvPr>
          <p:cNvSpPr txBox="1"/>
          <p:nvPr/>
        </p:nvSpPr>
        <p:spPr>
          <a:xfrm>
            <a:off x="148108" y="3975174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Layer 1</a:t>
            </a:r>
          </a:p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Train [repeat]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4258736-2119-5562-D3B3-5B48D4E03311}"/>
              </a:ext>
            </a:extLst>
          </p:cNvPr>
          <p:cNvSpPr txBox="1"/>
          <p:nvPr/>
        </p:nvSpPr>
        <p:spPr>
          <a:xfrm>
            <a:off x="158254" y="5505031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6"/>
                </a:solidFill>
              </a:rPr>
              <a:t>Layer 2</a:t>
            </a:r>
          </a:p>
          <a:p>
            <a:r>
              <a:rPr lang="en-AU" sz="1200" dirty="0">
                <a:solidFill>
                  <a:schemeClr val="accent6"/>
                </a:solidFill>
              </a:rPr>
              <a:t>Sequence [repeat2]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64D0E43-8E84-337A-AF88-5BC87BAC09B9}"/>
              </a:ext>
            </a:extLst>
          </p:cNvPr>
          <p:cNvSpPr txBox="1"/>
          <p:nvPr/>
        </p:nvSpPr>
        <p:spPr>
          <a:xfrm>
            <a:off x="2275846" y="532965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train_count</a:t>
            </a:r>
            <a:r>
              <a:rPr lang="en-AU" sz="1000" dirty="0">
                <a:solidFill>
                  <a:schemeClr val="accent6"/>
                </a:solidFill>
              </a:rPr>
              <a:t> = 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85A1F14-BC33-45D4-1A82-A42929ACF9AA}"/>
              </a:ext>
            </a:extLst>
          </p:cNvPr>
          <p:cNvSpPr txBox="1"/>
          <p:nvPr/>
        </p:nvSpPr>
        <p:spPr>
          <a:xfrm>
            <a:off x="2275846" y="54526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sequence_duration</a:t>
            </a:r>
            <a:r>
              <a:rPr lang="en-AU" sz="1000" dirty="0">
                <a:solidFill>
                  <a:schemeClr val="accent6"/>
                </a:solidFill>
              </a:rPr>
              <a:t> = 0.36 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6438C-5FBA-2CF7-3747-FC3D5137699C}"/>
              </a:ext>
            </a:extLst>
          </p:cNvPr>
          <p:cNvSpPr txBox="1"/>
          <p:nvPr/>
        </p:nvSpPr>
        <p:spPr>
          <a:xfrm>
            <a:off x="2219673" y="6397776"/>
            <a:ext cx="2451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train_repetition_interval</a:t>
            </a:r>
            <a:r>
              <a:rPr lang="en-AU" sz="1000" dirty="0">
                <a:solidFill>
                  <a:schemeClr val="accent6"/>
                </a:solidFill>
              </a:rPr>
              <a:t> = 1 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ED0A7A5-4564-2CE8-46AA-FF32F40DD798}"/>
              </a:ext>
            </a:extLst>
          </p:cNvPr>
          <p:cNvSpPr txBox="1"/>
          <p:nvPr/>
        </p:nvSpPr>
        <p:spPr>
          <a:xfrm>
            <a:off x="2219673" y="6553131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train_repetition_frequency</a:t>
            </a:r>
            <a:r>
              <a:rPr lang="en-AU" sz="1000" dirty="0">
                <a:solidFill>
                  <a:schemeClr val="accent6"/>
                </a:solidFill>
              </a:rPr>
              <a:t> = 1 Hz 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003916D-D16D-FE8B-516A-1BC31AE939DB}"/>
              </a:ext>
            </a:extLst>
          </p:cNvPr>
          <p:cNvGrpSpPr/>
          <p:nvPr/>
        </p:nvGrpSpPr>
        <p:grpSpPr>
          <a:xfrm>
            <a:off x="2267915" y="6330451"/>
            <a:ext cx="1228666" cy="64521"/>
            <a:chOff x="2492644" y="3165184"/>
            <a:chExt cx="591737" cy="64521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7A6CB5B-D1AC-55C7-4948-8A4373523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7C8B3927-8EB1-0CFE-E10C-C2D5387D0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4A9BA12-D40B-C8EC-F0D2-D9332ACEF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5CCD741C-FFF8-5A90-7114-B51D652FE342}"/>
              </a:ext>
            </a:extLst>
          </p:cNvPr>
          <p:cNvSpPr txBox="1"/>
          <p:nvPr/>
        </p:nvSpPr>
        <p:spPr>
          <a:xfrm>
            <a:off x="121261" y="3107558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Required: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_count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</a:t>
            </a:r>
            <a:r>
              <a:rPr lang="en-AU" sz="1000" dirty="0" err="1">
                <a:solidFill>
                  <a:srgbClr val="FF0000"/>
                </a:solidFill>
              </a:rPr>
              <a:t>repetition_interval</a:t>
            </a:r>
            <a:endParaRPr lang="en-AU" sz="1000" dirty="0">
              <a:solidFill>
                <a:srgbClr val="FF00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59FCB19-B463-16BB-AF39-7CFA7CBB7757}"/>
              </a:ext>
            </a:extLst>
          </p:cNvPr>
          <p:cNvSpPr txBox="1"/>
          <p:nvPr/>
        </p:nvSpPr>
        <p:spPr>
          <a:xfrm>
            <a:off x="176761" y="4574946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4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_count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</a:t>
            </a:r>
            <a:r>
              <a:rPr lang="en-AU" sz="1000" dirty="0" err="1">
                <a:solidFill>
                  <a:schemeClr val="accent4"/>
                </a:solidFill>
              </a:rPr>
              <a:t>repetition_interval</a:t>
            </a:r>
            <a:endParaRPr lang="en-AU" sz="1000" dirty="0">
              <a:solidFill>
                <a:schemeClr val="accent4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97B089B-B26E-A80E-822E-1D4D51999347}"/>
              </a:ext>
            </a:extLst>
          </p:cNvPr>
          <p:cNvSpPr txBox="1"/>
          <p:nvPr/>
        </p:nvSpPr>
        <p:spPr>
          <a:xfrm>
            <a:off x="176761" y="6119435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6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_count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</a:t>
            </a:r>
            <a:r>
              <a:rPr lang="en-AU" sz="1000" dirty="0" err="1">
                <a:solidFill>
                  <a:schemeClr val="accent6"/>
                </a:solidFill>
              </a:rPr>
              <a:t>repetition_interval</a:t>
            </a:r>
            <a:endParaRPr lang="en-AU" sz="1000" dirty="0">
              <a:solidFill>
                <a:schemeClr val="accent6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FEFFAA8-0A18-38C3-3246-E05707878EC2}"/>
              </a:ext>
            </a:extLst>
          </p:cNvPr>
          <p:cNvSpPr txBox="1"/>
          <p:nvPr/>
        </p:nvSpPr>
        <p:spPr>
          <a:xfrm>
            <a:off x="83636" y="1267708"/>
            <a:ext cx="145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Required:</a:t>
            </a:r>
          </a:p>
          <a:p>
            <a:r>
              <a:rPr lang="en-AU" sz="1000" dirty="0" err="1"/>
              <a:t>pulse_duration</a:t>
            </a:r>
            <a:endParaRPr lang="en-AU" sz="1000" dirty="0"/>
          </a:p>
          <a:p>
            <a:r>
              <a:rPr lang="en-AU" sz="1000" dirty="0" err="1"/>
              <a:t>pulse_waveform</a:t>
            </a:r>
            <a:endParaRPr lang="en-AU" sz="1000" dirty="0"/>
          </a:p>
          <a:p>
            <a:r>
              <a:rPr lang="en-AU" sz="1000" dirty="0" err="1"/>
              <a:t>pulse_intensity</a:t>
            </a:r>
            <a:endParaRPr lang="en-AU" sz="1000" dirty="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AA4D8F18-8701-2172-27AA-B61868552D5D}"/>
              </a:ext>
            </a:extLst>
          </p:cNvPr>
          <p:cNvCxnSpPr>
            <a:cxnSpLocks/>
          </p:cNvCxnSpPr>
          <p:nvPr/>
        </p:nvCxnSpPr>
        <p:spPr>
          <a:xfrm>
            <a:off x="6524956" y="2946715"/>
            <a:ext cx="1547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083F114-6C46-8E36-1932-088F0B4BEDBB}"/>
              </a:ext>
            </a:extLst>
          </p:cNvPr>
          <p:cNvCxnSpPr>
            <a:cxnSpLocks/>
          </p:cNvCxnSpPr>
          <p:nvPr/>
        </p:nvCxnSpPr>
        <p:spPr>
          <a:xfrm flipV="1">
            <a:off x="7085167" y="2823621"/>
            <a:ext cx="0" cy="24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38DAB34-87BC-FD7C-9961-BF7D3B24416F}"/>
              </a:ext>
            </a:extLst>
          </p:cNvPr>
          <p:cNvCxnSpPr>
            <a:cxnSpLocks/>
          </p:cNvCxnSpPr>
          <p:nvPr/>
        </p:nvCxnSpPr>
        <p:spPr>
          <a:xfrm flipV="1">
            <a:off x="7505680" y="273569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C1A30EB6-0549-4439-DEDD-14113943C6C1}"/>
              </a:ext>
            </a:extLst>
          </p:cNvPr>
          <p:cNvSpPr txBox="1"/>
          <p:nvPr/>
        </p:nvSpPr>
        <p:spPr>
          <a:xfrm>
            <a:off x="6407731" y="2442994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pulse_count</a:t>
            </a:r>
            <a:r>
              <a:rPr lang="en-AU" sz="10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DBBED17-38F9-1C91-8D78-DB23183E0C23}"/>
              </a:ext>
            </a:extLst>
          </p:cNvPr>
          <p:cNvSpPr txBox="1"/>
          <p:nvPr/>
        </p:nvSpPr>
        <p:spPr>
          <a:xfrm>
            <a:off x="6407731" y="3213223"/>
            <a:ext cx="2069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2A6014F-7FB4-843A-D1AD-3CE524EC76BC}"/>
              </a:ext>
            </a:extLst>
          </p:cNvPr>
          <p:cNvSpPr txBox="1"/>
          <p:nvPr/>
        </p:nvSpPr>
        <p:spPr>
          <a:xfrm>
            <a:off x="8662528" y="2162509"/>
            <a:ext cx="36633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stim_id</a:t>
            </a:r>
            <a:r>
              <a:rPr lang="en-AU" sz="1000" dirty="0"/>
              <a:t> = ‘stim2’</a:t>
            </a:r>
          </a:p>
          <a:p>
            <a:endParaRPr lang="en-AU" sz="1000" dirty="0"/>
          </a:p>
          <a:p>
            <a:r>
              <a:rPr lang="en-AU" sz="1000" i="1" dirty="0" err="1"/>
              <a:t>nibs.json</a:t>
            </a:r>
            <a:r>
              <a:rPr lang="en-AU" sz="1000" i="1" dirty="0"/>
              <a:t> </a:t>
            </a:r>
            <a:r>
              <a:rPr lang="en-AU" sz="1000" dirty="0"/>
              <a:t>(if pulse characteristics change per pulse in instance)</a:t>
            </a:r>
          </a:p>
          <a:p>
            <a:r>
              <a:rPr lang="en-AU" sz="1000" dirty="0" err="1"/>
              <a:t>StimID</a:t>
            </a:r>
            <a:r>
              <a:rPr lang="en-AU" sz="1000" dirty="0"/>
              <a:t> = ‘stim2’</a:t>
            </a:r>
          </a:p>
          <a:p>
            <a:r>
              <a:rPr lang="en-AU" sz="1000" dirty="0" err="1"/>
              <a:t>StimDescription</a:t>
            </a:r>
            <a:r>
              <a:rPr lang="en-AU" sz="1000" dirty="0"/>
              <a:t> = ‘Paired pulse SICI condition’</a:t>
            </a:r>
          </a:p>
          <a:p>
            <a:r>
              <a:rPr lang="en-AU" sz="1000" dirty="0" err="1"/>
              <a:t>PulseIntensityScalingVector</a:t>
            </a:r>
            <a:r>
              <a:rPr lang="en-AU" sz="1000" dirty="0"/>
              <a:t> = [30,40]</a:t>
            </a:r>
          </a:p>
          <a:p>
            <a:r>
              <a:rPr lang="en-AU" sz="1000" dirty="0" err="1"/>
              <a:t>PulseIntensityScalingMethod</a:t>
            </a:r>
            <a:r>
              <a:rPr lang="en-AU" sz="1000" dirty="0"/>
              <a:t> = [‘</a:t>
            </a:r>
            <a:r>
              <a:rPr lang="en-AU" sz="1000" dirty="0" err="1"/>
              <a:t>absolute’,’absolute</a:t>
            </a:r>
            <a:r>
              <a:rPr lang="en-AU" sz="1000" dirty="0"/>
              <a:t>’]</a:t>
            </a:r>
          </a:p>
          <a:p>
            <a:r>
              <a:rPr lang="en-AU" sz="1000" dirty="0" err="1"/>
              <a:t>PulseDurationScalingVector</a:t>
            </a:r>
            <a:r>
              <a:rPr lang="en-AU" sz="1000" dirty="0"/>
              <a:t> = [0.002,0.004]</a:t>
            </a:r>
          </a:p>
          <a:p>
            <a:r>
              <a:rPr lang="en-AU" sz="1000" dirty="0" err="1"/>
              <a:t>PulseDurationScalingMethod</a:t>
            </a:r>
            <a:r>
              <a:rPr lang="en-AU" sz="1000" dirty="0"/>
              <a:t> = [‘</a:t>
            </a:r>
            <a:r>
              <a:rPr lang="en-AU" sz="1000" dirty="0" err="1"/>
              <a:t>absolute’,’absolute</a:t>
            </a:r>
            <a:r>
              <a:rPr lang="en-AU" sz="1000" dirty="0"/>
              <a:t>’]</a:t>
            </a:r>
          </a:p>
          <a:p>
            <a:endParaRPr lang="en-AU" sz="1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723E81E-B3BF-BBDE-E4AF-6C5C37E7502F}"/>
              </a:ext>
            </a:extLst>
          </p:cNvPr>
          <p:cNvSpPr txBox="1"/>
          <p:nvPr/>
        </p:nvSpPr>
        <p:spPr>
          <a:xfrm>
            <a:off x="4079683" y="231039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[</a:t>
            </a:r>
            <a:r>
              <a:rPr lang="en-AU" sz="1000" dirty="0" err="1">
                <a:solidFill>
                  <a:srgbClr val="FF0000"/>
                </a:solidFill>
              </a:rPr>
              <a:t>pulses_in_instance</a:t>
            </a:r>
            <a:r>
              <a:rPr lang="en-AU" sz="10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DCC5B05-4EF5-804A-119D-C1D918284D35}"/>
              </a:ext>
            </a:extLst>
          </p:cNvPr>
          <p:cNvSpPr txBox="1"/>
          <p:nvPr/>
        </p:nvSpPr>
        <p:spPr>
          <a:xfrm>
            <a:off x="4578768" y="560641"/>
            <a:ext cx="21402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[</a:t>
            </a:r>
            <a:r>
              <a:rPr lang="en-AU" sz="1000" dirty="0" err="1"/>
              <a:t>pulse_shape</a:t>
            </a:r>
            <a:r>
              <a:rPr lang="en-AU" sz="1000" dirty="0"/>
              <a:t>] – alternative names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41ACD14-9C49-32DF-1255-8A2D8FEA1285}"/>
              </a:ext>
            </a:extLst>
          </p:cNvPr>
          <p:cNvSpPr txBox="1"/>
          <p:nvPr/>
        </p:nvSpPr>
        <p:spPr>
          <a:xfrm>
            <a:off x="5081954" y="35192"/>
            <a:ext cx="1818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TMS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20FB413-C059-67F4-30C9-1440BE17A314}"/>
              </a:ext>
            </a:extLst>
          </p:cNvPr>
          <p:cNvSpPr txBox="1"/>
          <p:nvPr/>
        </p:nvSpPr>
        <p:spPr>
          <a:xfrm>
            <a:off x="13513" y="2207657"/>
            <a:ext cx="2511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Multiple pulse timing parameters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4B59D49-2432-8021-B811-83B7D81E10E7}"/>
              </a:ext>
            </a:extLst>
          </p:cNvPr>
          <p:cNvSpPr txBox="1"/>
          <p:nvPr/>
        </p:nvSpPr>
        <p:spPr>
          <a:xfrm>
            <a:off x="8662528" y="993392"/>
            <a:ext cx="3392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stim_id</a:t>
            </a:r>
            <a:r>
              <a:rPr lang="en-AU" sz="1000" dirty="0"/>
              <a:t> = ‘stim1’</a:t>
            </a:r>
          </a:p>
          <a:p>
            <a:endParaRPr lang="en-AU" sz="1000" dirty="0"/>
          </a:p>
          <a:p>
            <a:r>
              <a:rPr lang="en-AU" sz="1000" i="1" dirty="0" err="1"/>
              <a:t>nibs.json</a:t>
            </a:r>
            <a:endParaRPr lang="en-AU" sz="1000" i="1" dirty="0"/>
          </a:p>
          <a:p>
            <a:r>
              <a:rPr lang="en-AU" sz="1000" dirty="0" err="1"/>
              <a:t>StimID</a:t>
            </a:r>
            <a:r>
              <a:rPr lang="en-AU" sz="1000" dirty="0"/>
              <a:t> = ‘stim1’</a:t>
            </a:r>
          </a:p>
          <a:p>
            <a:r>
              <a:rPr lang="en-AU" sz="1000" dirty="0" err="1"/>
              <a:t>StimDescription</a:t>
            </a:r>
            <a:r>
              <a:rPr lang="en-AU" sz="1000" dirty="0"/>
              <a:t> = ‘Single pulse condition’</a:t>
            </a:r>
          </a:p>
          <a:p>
            <a:endParaRPr lang="en-AU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37974-E4B8-3F0C-706D-9C9B6D01F458}"/>
              </a:ext>
            </a:extLst>
          </p:cNvPr>
          <p:cNvSpPr txBox="1"/>
          <p:nvPr/>
        </p:nvSpPr>
        <p:spPr>
          <a:xfrm>
            <a:off x="6606999" y="3967671"/>
            <a:ext cx="2548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See TUS for ITRUSST layer model</a:t>
            </a:r>
          </a:p>
        </p:txBody>
      </p:sp>
    </p:spTree>
    <p:extLst>
      <p:ext uri="{BB962C8B-B14F-4D97-AF65-F5344CB8AC3E}">
        <p14:creationId xmlns:p14="http://schemas.microsoft.com/office/powerpoint/2010/main" val="239784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9460-3DD9-E7FC-FEA0-DFD21756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995ACEA-585E-D3FA-D7ED-C8876D913523}"/>
              </a:ext>
            </a:extLst>
          </p:cNvPr>
          <p:cNvGrpSpPr/>
          <p:nvPr/>
        </p:nvGrpSpPr>
        <p:grpSpPr>
          <a:xfrm>
            <a:off x="2782444" y="877210"/>
            <a:ext cx="1447800" cy="912438"/>
            <a:chOff x="1852246" y="2053498"/>
            <a:chExt cx="1447800" cy="127975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793CF3-9FF4-99D5-2813-67761AB00EFC}"/>
                </a:ext>
              </a:extLst>
            </p:cNvPr>
            <p:cNvSpPr/>
            <p:nvPr/>
          </p:nvSpPr>
          <p:spPr>
            <a:xfrm flipV="1">
              <a:off x="2403229" y="2053498"/>
              <a:ext cx="160434" cy="642813"/>
            </a:xfrm>
            <a:custGeom>
              <a:avLst/>
              <a:gdLst>
                <a:gd name="csX0" fmla="*/ 0 w 1406769"/>
                <a:gd name="csY0" fmla="*/ 0 h 17584"/>
                <a:gd name="csX1" fmla="*/ 580292 w 1406769"/>
                <a:gd name="csY1" fmla="*/ 5861 h 17584"/>
                <a:gd name="csX2" fmla="*/ 1406769 w 1406769"/>
                <a:gd name="csY2" fmla="*/ 17584 h 17584"/>
                <a:gd name="csX0" fmla="*/ 0 w 1406769"/>
                <a:gd name="csY0" fmla="*/ 0 h 80411"/>
                <a:gd name="csX1" fmla="*/ 674077 w 1406769"/>
                <a:gd name="csY1" fmla="*/ 80255 h 80411"/>
                <a:gd name="csX2" fmla="*/ 1406769 w 1406769"/>
                <a:gd name="csY2" fmla="*/ 17584 h 80411"/>
                <a:gd name="csX0" fmla="*/ 0 w 973015"/>
                <a:gd name="csY0" fmla="*/ 801 h 81181"/>
                <a:gd name="csX1" fmla="*/ 674077 w 973015"/>
                <a:gd name="csY1" fmla="*/ 81056 h 81181"/>
                <a:gd name="csX2" fmla="*/ 973015 w 973015"/>
                <a:gd name="csY2" fmla="*/ 125 h 81181"/>
                <a:gd name="csX0" fmla="*/ 0 w 973015"/>
                <a:gd name="csY0" fmla="*/ 676 h 81191"/>
                <a:gd name="csX1" fmla="*/ 674077 w 973015"/>
                <a:gd name="csY1" fmla="*/ 80931 h 81191"/>
                <a:gd name="csX2" fmla="*/ 973015 w 973015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387093"/>
                <a:gd name="csY0" fmla="*/ 4058 h 84313"/>
                <a:gd name="csX1" fmla="*/ 234462 w 387093"/>
                <a:gd name="csY1" fmla="*/ 84313 h 84313"/>
                <a:gd name="csX2" fmla="*/ 381000 w 387093"/>
                <a:gd name="csY2" fmla="*/ 0 h 84313"/>
                <a:gd name="csX0" fmla="*/ 0 w 397865"/>
                <a:gd name="csY0" fmla="*/ 4058 h 84313"/>
                <a:gd name="csX1" fmla="*/ 234462 w 397865"/>
                <a:gd name="csY1" fmla="*/ 84313 h 84313"/>
                <a:gd name="csX2" fmla="*/ 381000 w 397865"/>
                <a:gd name="csY2" fmla="*/ 0 h 84313"/>
                <a:gd name="csX0" fmla="*/ 71 w 263121"/>
                <a:gd name="csY0" fmla="*/ 0 h 85665"/>
                <a:gd name="csX1" fmla="*/ 99718 w 263121"/>
                <a:gd name="csY1" fmla="*/ 85665 h 85665"/>
                <a:gd name="csX2" fmla="*/ 246256 w 263121"/>
                <a:gd name="csY2" fmla="*/ 1352 h 85665"/>
                <a:gd name="csX0" fmla="*/ 18318 w 281368"/>
                <a:gd name="csY0" fmla="*/ 0 h 85665"/>
                <a:gd name="csX1" fmla="*/ 117965 w 281368"/>
                <a:gd name="csY1" fmla="*/ 85665 h 85665"/>
                <a:gd name="csX2" fmla="*/ 264503 w 281368"/>
                <a:gd name="csY2" fmla="*/ 1352 h 85665"/>
                <a:gd name="csX0" fmla="*/ 18318 w 302294"/>
                <a:gd name="csY0" fmla="*/ 0 h 85665"/>
                <a:gd name="csX1" fmla="*/ 117965 w 302294"/>
                <a:gd name="csY1" fmla="*/ 85665 h 85665"/>
                <a:gd name="csX2" fmla="*/ 264503 w 302294"/>
                <a:gd name="csY2" fmla="*/ 1352 h 85665"/>
                <a:gd name="csX0" fmla="*/ 18318 w 276972"/>
                <a:gd name="csY0" fmla="*/ 0 h 85665"/>
                <a:gd name="csX1" fmla="*/ 117965 w 276972"/>
                <a:gd name="csY1" fmla="*/ 85665 h 85665"/>
                <a:gd name="csX2" fmla="*/ 264503 w 276972"/>
                <a:gd name="csY2" fmla="*/ 1352 h 85665"/>
                <a:gd name="csX0" fmla="*/ 18318 w 264503"/>
                <a:gd name="csY0" fmla="*/ 0 h 85665"/>
                <a:gd name="csX1" fmla="*/ 117965 w 264503"/>
                <a:gd name="csY1" fmla="*/ 85665 h 85665"/>
                <a:gd name="csX2" fmla="*/ 264503 w 264503"/>
                <a:gd name="csY2" fmla="*/ 1352 h 85665"/>
                <a:gd name="csX0" fmla="*/ 0 w 246185"/>
                <a:gd name="csY0" fmla="*/ 0 h 85665"/>
                <a:gd name="csX1" fmla="*/ 99647 w 246185"/>
                <a:gd name="csY1" fmla="*/ 85665 h 85665"/>
                <a:gd name="csX2" fmla="*/ 246185 w 246185"/>
                <a:gd name="csY2" fmla="*/ 1352 h 85665"/>
                <a:gd name="csX0" fmla="*/ 0 w 168395"/>
                <a:gd name="csY0" fmla="*/ 677 h 86342"/>
                <a:gd name="csX1" fmla="*/ 99647 w 168395"/>
                <a:gd name="csY1" fmla="*/ 86342 h 86342"/>
                <a:gd name="csX2" fmla="*/ 158262 w 168395"/>
                <a:gd name="csY2" fmla="*/ 0 h 86342"/>
                <a:gd name="csX0" fmla="*/ 0 w 158262"/>
                <a:gd name="csY0" fmla="*/ 677 h 86342"/>
                <a:gd name="csX1" fmla="*/ 99647 w 158262"/>
                <a:gd name="csY1" fmla="*/ 86342 h 86342"/>
                <a:gd name="csX2" fmla="*/ 158262 w 158262"/>
                <a:gd name="csY2" fmla="*/ 0 h 86342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60434"/>
                <a:gd name="csY0" fmla="*/ 677 h 74168"/>
                <a:gd name="csX1" fmla="*/ 99647 w 160434"/>
                <a:gd name="csY1" fmla="*/ 74168 h 74168"/>
                <a:gd name="csX2" fmla="*/ 158262 w 160434"/>
                <a:gd name="csY2" fmla="*/ 0 h 74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0434" h="74168">
                  <a:moveTo>
                    <a:pt x="0" y="677"/>
                  </a:moveTo>
                  <a:cubicBezTo>
                    <a:pt x="7816" y="51100"/>
                    <a:pt x="-13676" y="60943"/>
                    <a:pt x="99647" y="74168"/>
                  </a:cubicBezTo>
                  <a:cubicBezTo>
                    <a:pt x="187570" y="59816"/>
                    <a:pt x="152401" y="46139"/>
                    <a:pt x="158262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644FF0-7FC6-7F2B-2D78-F95E6DD14E2C}"/>
                </a:ext>
              </a:extLst>
            </p:cNvPr>
            <p:cNvCxnSpPr>
              <a:cxnSpLocks/>
            </p:cNvCxnSpPr>
            <p:nvPr/>
          </p:nvCxnSpPr>
          <p:spPr>
            <a:xfrm>
              <a:off x="1852246" y="2690440"/>
              <a:ext cx="5509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0154532-0412-A74C-92B2-83A5C981D776}"/>
                </a:ext>
              </a:extLst>
            </p:cNvPr>
            <p:cNvCxnSpPr>
              <a:cxnSpLocks/>
            </p:cNvCxnSpPr>
            <p:nvPr/>
          </p:nvCxnSpPr>
          <p:spPr>
            <a:xfrm>
              <a:off x="2718235" y="2690440"/>
              <a:ext cx="581811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8BAAFD-4A8F-2B66-C84D-EC4146F31AE5}"/>
                </a:ext>
              </a:extLst>
            </p:cNvPr>
            <p:cNvSpPr/>
            <p:nvPr/>
          </p:nvSpPr>
          <p:spPr>
            <a:xfrm rot="10800000" flipV="1">
              <a:off x="2557801" y="2690443"/>
              <a:ext cx="160434" cy="642813"/>
            </a:xfrm>
            <a:custGeom>
              <a:avLst/>
              <a:gdLst>
                <a:gd name="csX0" fmla="*/ 0 w 1406769"/>
                <a:gd name="csY0" fmla="*/ 0 h 17584"/>
                <a:gd name="csX1" fmla="*/ 580292 w 1406769"/>
                <a:gd name="csY1" fmla="*/ 5861 h 17584"/>
                <a:gd name="csX2" fmla="*/ 1406769 w 1406769"/>
                <a:gd name="csY2" fmla="*/ 17584 h 17584"/>
                <a:gd name="csX0" fmla="*/ 0 w 1406769"/>
                <a:gd name="csY0" fmla="*/ 0 h 80411"/>
                <a:gd name="csX1" fmla="*/ 674077 w 1406769"/>
                <a:gd name="csY1" fmla="*/ 80255 h 80411"/>
                <a:gd name="csX2" fmla="*/ 1406769 w 1406769"/>
                <a:gd name="csY2" fmla="*/ 17584 h 80411"/>
                <a:gd name="csX0" fmla="*/ 0 w 973015"/>
                <a:gd name="csY0" fmla="*/ 801 h 81181"/>
                <a:gd name="csX1" fmla="*/ 674077 w 973015"/>
                <a:gd name="csY1" fmla="*/ 81056 h 81181"/>
                <a:gd name="csX2" fmla="*/ 973015 w 973015"/>
                <a:gd name="csY2" fmla="*/ 125 h 81181"/>
                <a:gd name="csX0" fmla="*/ 0 w 973015"/>
                <a:gd name="csY0" fmla="*/ 676 h 81191"/>
                <a:gd name="csX1" fmla="*/ 674077 w 973015"/>
                <a:gd name="csY1" fmla="*/ 80931 h 81191"/>
                <a:gd name="csX2" fmla="*/ 973015 w 973015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1191"/>
                <a:gd name="csX1" fmla="*/ 234462 w 533400"/>
                <a:gd name="csY1" fmla="*/ 80931 h 81191"/>
                <a:gd name="csX2" fmla="*/ 533400 w 533400"/>
                <a:gd name="csY2" fmla="*/ 0 h 8119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533400"/>
                <a:gd name="csY0" fmla="*/ 676 h 80931"/>
                <a:gd name="csX1" fmla="*/ 234462 w 533400"/>
                <a:gd name="csY1" fmla="*/ 80931 h 80931"/>
                <a:gd name="csX2" fmla="*/ 533400 w 533400"/>
                <a:gd name="csY2" fmla="*/ 0 h 80931"/>
                <a:gd name="csX0" fmla="*/ 0 w 387093"/>
                <a:gd name="csY0" fmla="*/ 4058 h 84313"/>
                <a:gd name="csX1" fmla="*/ 234462 w 387093"/>
                <a:gd name="csY1" fmla="*/ 84313 h 84313"/>
                <a:gd name="csX2" fmla="*/ 381000 w 387093"/>
                <a:gd name="csY2" fmla="*/ 0 h 84313"/>
                <a:gd name="csX0" fmla="*/ 0 w 397865"/>
                <a:gd name="csY0" fmla="*/ 4058 h 84313"/>
                <a:gd name="csX1" fmla="*/ 234462 w 397865"/>
                <a:gd name="csY1" fmla="*/ 84313 h 84313"/>
                <a:gd name="csX2" fmla="*/ 381000 w 397865"/>
                <a:gd name="csY2" fmla="*/ 0 h 84313"/>
                <a:gd name="csX0" fmla="*/ 71 w 263121"/>
                <a:gd name="csY0" fmla="*/ 0 h 85665"/>
                <a:gd name="csX1" fmla="*/ 99718 w 263121"/>
                <a:gd name="csY1" fmla="*/ 85665 h 85665"/>
                <a:gd name="csX2" fmla="*/ 246256 w 263121"/>
                <a:gd name="csY2" fmla="*/ 1352 h 85665"/>
                <a:gd name="csX0" fmla="*/ 18318 w 281368"/>
                <a:gd name="csY0" fmla="*/ 0 h 85665"/>
                <a:gd name="csX1" fmla="*/ 117965 w 281368"/>
                <a:gd name="csY1" fmla="*/ 85665 h 85665"/>
                <a:gd name="csX2" fmla="*/ 264503 w 281368"/>
                <a:gd name="csY2" fmla="*/ 1352 h 85665"/>
                <a:gd name="csX0" fmla="*/ 18318 w 302294"/>
                <a:gd name="csY0" fmla="*/ 0 h 85665"/>
                <a:gd name="csX1" fmla="*/ 117965 w 302294"/>
                <a:gd name="csY1" fmla="*/ 85665 h 85665"/>
                <a:gd name="csX2" fmla="*/ 264503 w 302294"/>
                <a:gd name="csY2" fmla="*/ 1352 h 85665"/>
                <a:gd name="csX0" fmla="*/ 18318 w 276972"/>
                <a:gd name="csY0" fmla="*/ 0 h 85665"/>
                <a:gd name="csX1" fmla="*/ 117965 w 276972"/>
                <a:gd name="csY1" fmla="*/ 85665 h 85665"/>
                <a:gd name="csX2" fmla="*/ 264503 w 276972"/>
                <a:gd name="csY2" fmla="*/ 1352 h 85665"/>
                <a:gd name="csX0" fmla="*/ 18318 w 264503"/>
                <a:gd name="csY0" fmla="*/ 0 h 85665"/>
                <a:gd name="csX1" fmla="*/ 117965 w 264503"/>
                <a:gd name="csY1" fmla="*/ 85665 h 85665"/>
                <a:gd name="csX2" fmla="*/ 264503 w 264503"/>
                <a:gd name="csY2" fmla="*/ 1352 h 85665"/>
                <a:gd name="csX0" fmla="*/ 0 w 246185"/>
                <a:gd name="csY0" fmla="*/ 0 h 85665"/>
                <a:gd name="csX1" fmla="*/ 99647 w 246185"/>
                <a:gd name="csY1" fmla="*/ 85665 h 85665"/>
                <a:gd name="csX2" fmla="*/ 246185 w 246185"/>
                <a:gd name="csY2" fmla="*/ 1352 h 85665"/>
                <a:gd name="csX0" fmla="*/ 0 w 168395"/>
                <a:gd name="csY0" fmla="*/ 677 h 86342"/>
                <a:gd name="csX1" fmla="*/ 99647 w 168395"/>
                <a:gd name="csY1" fmla="*/ 86342 h 86342"/>
                <a:gd name="csX2" fmla="*/ 158262 w 168395"/>
                <a:gd name="csY2" fmla="*/ 0 h 86342"/>
                <a:gd name="csX0" fmla="*/ 0 w 158262"/>
                <a:gd name="csY0" fmla="*/ 677 h 86342"/>
                <a:gd name="csX1" fmla="*/ 99647 w 158262"/>
                <a:gd name="csY1" fmla="*/ 86342 h 86342"/>
                <a:gd name="csX2" fmla="*/ 158262 w 158262"/>
                <a:gd name="csY2" fmla="*/ 0 h 86342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58262"/>
                <a:gd name="csY0" fmla="*/ 677 h 74168"/>
                <a:gd name="csX1" fmla="*/ 99647 w 158262"/>
                <a:gd name="csY1" fmla="*/ 74168 h 74168"/>
                <a:gd name="csX2" fmla="*/ 158262 w 158262"/>
                <a:gd name="csY2" fmla="*/ 0 h 74168"/>
                <a:gd name="csX0" fmla="*/ 0 w 160434"/>
                <a:gd name="csY0" fmla="*/ 677 h 74168"/>
                <a:gd name="csX1" fmla="*/ 99647 w 160434"/>
                <a:gd name="csY1" fmla="*/ 74168 h 74168"/>
                <a:gd name="csX2" fmla="*/ 158262 w 160434"/>
                <a:gd name="csY2" fmla="*/ 0 h 74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0434" h="74168">
                  <a:moveTo>
                    <a:pt x="0" y="677"/>
                  </a:moveTo>
                  <a:cubicBezTo>
                    <a:pt x="7816" y="51100"/>
                    <a:pt x="-13676" y="60943"/>
                    <a:pt x="99647" y="74168"/>
                  </a:cubicBezTo>
                  <a:cubicBezTo>
                    <a:pt x="187570" y="59816"/>
                    <a:pt x="152401" y="46139"/>
                    <a:pt x="158262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4059D6-D0A9-54C9-C8F3-74E6E5126313}"/>
              </a:ext>
            </a:extLst>
          </p:cNvPr>
          <p:cNvCxnSpPr>
            <a:cxnSpLocks/>
          </p:cNvCxnSpPr>
          <p:nvPr/>
        </p:nvCxnSpPr>
        <p:spPr>
          <a:xfrm>
            <a:off x="2090721" y="4574946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B742FC-F756-2746-EB11-3947A783A178}"/>
              </a:ext>
            </a:extLst>
          </p:cNvPr>
          <p:cNvCxnSpPr>
            <a:cxnSpLocks/>
          </p:cNvCxnSpPr>
          <p:nvPr/>
        </p:nvCxnSpPr>
        <p:spPr>
          <a:xfrm>
            <a:off x="2057123" y="2989317"/>
            <a:ext cx="2274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F7E43F-EC83-F1E3-D5ED-29C04C29759E}"/>
              </a:ext>
            </a:extLst>
          </p:cNvPr>
          <p:cNvCxnSpPr>
            <a:cxnSpLocks/>
          </p:cNvCxnSpPr>
          <p:nvPr/>
        </p:nvCxnSpPr>
        <p:spPr>
          <a:xfrm flipV="1">
            <a:off x="231932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BE44B4-468E-A9A0-356F-480061F183E0}"/>
              </a:ext>
            </a:extLst>
          </p:cNvPr>
          <p:cNvCxnSpPr>
            <a:cxnSpLocks/>
          </p:cNvCxnSpPr>
          <p:nvPr/>
        </p:nvCxnSpPr>
        <p:spPr>
          <a:xfrm flipV="1">
            <a:off x="2418965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B834A3-E562-7754-726A-69FEDA2F3E43}"/>
              </a:ext>
            </a:extLst>
          </p:cNvPr>
          <p:cNvCxnSpPr>
            <a:cxnSpLocks/>
          </p:cNvCxnSpPr>
          <p:nvPr/>
        </p:nvCxnSpPr>
        <p:spPr>
          <a:xfrm flipV="1">
            <a:off x="251275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BCABEB-22D1-F142-68EE-19CB0877A0A5}"/>
              </a:ext>
            </a:extLst>
          </p:cNvPr>
          <p:cNvCxnSpPr>
            <a:cxnSpLocks/>
          </p:cNvCxnSpPr>
          <p:nvPr/>
        </p:nvCxnSpPr>
        <p:spPr>
          <a:xfrm flipV="1">
            <a:off x="2991880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9F2840-C5AB-41D1-D4F3-F4BD0A27CE2C}"/>
              </a:ext>
            </a:extLst>
          </p:cNvPr>
          <p:cNvCxnSpPr>
            <a:cxnSpLocks/>
          </p:cNvCxnSpPr>
          <p:nvPr/>
        </p:nvCxnSpPr>
        <p:spPr>
          <a:xfrm flipV="1">
            <a:off x="3091524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0D4E57E-24E6-94F6-6050-0AC5001D863B}"/>
              </a:ext>
            </a:extLst>
          </p:cNvPr>
          <p:cNvCxnSpPr>
            <a:cxnSpLocks/>
          </p:cNvCxnSpPr>
          <p:nvPr/>
        </p:nvCxnSpPr>
        <p:spPr>
          <a:xfrm flipV="1">
            <a:off x="3185310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D2A8DFF-16E6-FD74-9D38-1F9BDB18646E}"/>
              </a:ext>
            </a:extLst>
          </p:cNvPr>
          <p:cNvCxnSpPr>
            <a:cxnSpLocks/>
          </p:cNvCxnSpPr>
          <p:nvPr/>
        </p:nvCxnSpPr>
        <p:spPr>
          <a:xfrm flipV="1">
            <a:off x="364251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10F2BD3-A779-CC68-293B-5E0C66D06A02}"/>
              </a:ext>
            </a:extLst>
          </p:cNvPr>
          <p:cNvCxnSpPr>
            <a:cxnSpLocks/>
          </p:cNvCxnSpPr>
          <p:nvPr/>
        </p:nvCxnSpPr>
        <p:spPr>
          <a:xfrm flipV="1">
            <a:off x="3742155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AF2433-260A-FECE-7256-FE627BEC4000}"/>
              </a:ext>
            </a:extLst>
          </p:cNvPr>
          <p:cNvCxnSpPr>
            <a:cxnSpLocks/>
          </p:cNvCxnSpPr>
          <p:nvPr/>
        </p:nvCxnSpPr>
        <p:spPr>
          <a:xfrm flipV="1">
            <a:off x="383594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0D02FE-CC74-65F4-AF85-B99C38E763B2}"/>
              </a:ext>
            </a:extLst>
          </p:cNvPr>
          <p:cNvCxnSpPr>
            <a:cxnSpLocks/>
          </p:cNvCxnSpPr>
          <p:nvPr/>
        </p:nvCxnSpPr>
        <p:spPr>
          <a:xfrm flipV="1">
            <a:off x="2453211" y="277830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C740B4-DA7A-EEC2-24DD-210DA1AC582E}"/>
              </a:ext>
            </a:extLst>
          </p:cNvPr>
          <p:cNvCxnSpPr>
            <a:cxnSpLocks/>
          </p:cNvCxnSpPr>
          <p:nvPr/>
        </p:nvCxnSpPr>
        <p:spPr>
          <a:xfrm flipV="1">
            <a:off x="3031984" y="277830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1DA030B-377E-44E7-A58C-4117B8E6AA7D}"/>
              </a:ext>
            </a:extLst>
          </p:cNvPr>
          <p:cNvCxnSpPr>
            <a:cxnSpLocks/>
          </p:cNvCxnSpPr>
          <p:nvPr/>
        </p:nvCxnSpPr>
        <p:spPr>
          <a:xfrm flipV="1">
            <a:off x="3582971" y="277830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0FC27AE-C35D-CD72-5E03-953A322C57A2}"/>
              </a:ext>
            </a:extLst>
          </p:cNvPr>
          <p:cNvCxnSpPr>
            <a:cxnSpLocks/>
          </p:cNvCxnSpPr>
          <p:nvPr/>
        </p:nvCxnSpPr>
        <p:spPr>
          <a:xfrm flipV="1">
            <a:off x="244213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4FE5F4A-3585-0642-D05C-464D41A2D7F3}"/>
              </a:ext>
            </a:extLst>
          </p:cNvPr>
          <p:cNvCxnSpPr>
            <a:cxnSpLocks/>
          </p:cNvCxnSpPr>
          <p:nvPr/>
        </p:nvCxnSpPr>
        <p:spPr>
          <a:xfrm flipH="1">
            <a:off x="2441487" y="2743129"/>
            <a:ext cx="1680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890ED14-EDAE-AB01-CFE9-AA4F8EFEB8D8}"/>
              </a:ext>
            </a:extLst>
          </p:cNvPr>
          <p:cNvCxnSpPr>
            <a:cxnSpLocks/>
          </p:cNvCxnSpPr>
          <p:nvPr/>
        </p:nvCxnSpPr>
        <p:spPr>
          <a:xfrm flipV="1">
            <a:off x="412809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FCA549C-4076-B979-10C5-8A147B0C2052}"/>
              </a:ext>
            </a:extLst>
          </p:cNvPr>
          <p:cNvGrpSpPr/>
          <p:nvPr/>
        </p:nvGrpSpPr>
        <p:grpSpPr>
          <a:xfrm>
            <a:off x="2301735" y="4328758"/>
            <a:ext cx="341819" cy="246188"/>
            <a:chOff x="2301735" y="3868613"/>
            <a:chExt cx="341819" cy="24618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085B0AE-540F-E2FA-406E-15032AA266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2666017-D011-7443-AB2B-AEDC6A90C2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D6BDD59-47F3-8FBE-4499-6882ACFFFA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36A6A95-123C-E1C5-06E7-6E79F842F22D}"/>
              </a:ext>
            </a:extLst>
          </p:cNvPr>
          <p:cNvGrpSpPr/>
          <p:nvPr/>
        </p:nvGrpSpPr>
        <p:grpSpPr>
          <a:xfrm>
            <a:off x="2970489" y="4328758"/>
            <a:ext cx="341819" cy="246188"/>
            <a:chOff x="2301735" y="3868613"/>
            <a:chExt cx="341819" cy="24618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DE9F661-A64E-3855-1DDB-67E25D9F2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FA12A95-8B5A-4DF3-970A-D5896588B4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1684F8-EB16-75E1-51BC-7323C135DC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7494A72-8FED-276D-6C38-C27D87E8134A}"/>
              </a:ext>
            </a:extLst>
          </p:cNvPr>
          <p:cNvGrpSpPr/>
          <p:nvPr/>
        </p:nvGrpSpPr>
        <p:grpSpPr>
          <a:xfrm>
            <a:off x="3621123" y="4334616"/>
            <a:ext cx="341819" cy="246188"/>
            <a:chOff x="2301735" y="3868613"/>
            <a:chExt cx="341819" cy="24618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8B76F4E-BDCF-E798-EE64-BDC4392A05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A56607F-3900-99DE-DE2E-DA362F302C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64AB712-FF97-C474-8231-E2F93028A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FCB060A-EEA6-AA58-6C38-54E61E43205D}"/>
              </a:ext>
            </a:extLst>
          </p:cNvPr>
          <p:cNvGrpSpPr/>
          <p:nvPr/>
        </p:nvGrpSpPr>
        <p:grpSpPr>
          <a:xfrm>
            <a:off x="2284149" y="4264280"/>
            <a:ext cx="2106792" cy="310666"/>
            <a:chOff x="2284149" y="3804135"/>
            <a:chExt cx="2106792" cy="310666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FBCFD9B-1AB3-87A2-A77F-67FAEEED0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0E0FC8C-6EA9-C9DD-A767-25DB553A2D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6FE4645-63CC-FC74-B7AA-C5597F7AFE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7656232-DEA7-107B-BBA9-E2C774F373B6}"/>
              </a:ext>
            </a:extLst>
          </p:cNvPr>
          <p:cNvCxnSpPr>
            <a:cxnSpLocks/>
          </p:cNvCxnSpPr>
          <p:nvPr/>
        </p:nvCxnSpPr>
        <p:spPr>
          <a:xfrm>
            <a:off x="2090721" y="6119460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218DF97-D2A9-7F1D-B427-45FBA26DFEE5}"/>
              </a:ext>
            </a:extLst>
          </p:cNvPr>
          <p:cNvCxnSpPr>
            <a:cxnSpLocks/>
          </p:cNvCxnSpPr>
          <p:nvPr/>
        </p:nvCxnSpPr>
        <p:spPr>
          <a:xfrm flipV="1">
            <a:off x="2279214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F337293-7A7F-E9A8-51C5-F6BC76CD3D67}"/>
              </a:ext>
            </a:extLst>
          </p:cNvPr>
          <p:cNvCxnSpPr>
            <a:cxnSpLocks/>
          </p:cNvCxnSpPr>
          <p:nvPr/>
        </p:nvCxnSpPr>
        <p:spPr>
          <a:xfrm flipV="1">
            <a:off x="2319321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65C4438-0F9F-CDAA-1BFF-0B13EEA8A40C}"/>
              </a:ext>
            </a:extLst>
          </p:cNvPr>
          <p:cNvCxnSpPr>
            <a:cxnSpLocks/>
          </p:cNvCxnSpPr>
          <p:nvPr/>
        </p:nvCxnSpPr>
        <p:spPr>
          <a:xfrm flipV="1">
            <a:off x="2361274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B693523-3986-686A-2EC2-94B5A0BF6A4A}"/>
              </a:ext>
            </a:extLst>
          </p:cNvPr>
          <p:cNvCxnSpPr>
            <a:cxnSpLocks/>
          </p:cNvCxnSpPr>
          <p:nvPr/>
        </p:nvCxnSpPr>
        <p:spPr>
          <a:xfrm flipV="1">
            <a:off x="2525406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5EB3DA2-536E-81F6-AA20-7A6C13A2B8E7}"/>
              </a:ext>
            </a:extLst>
          </p:cNvPr>
          <p:cNvCxnSpPr>
            <a:cxnSpLocks/>
          </p:cNvCxnSpPr>
          <p:nvPr/>
        </p:nvCxnSpPr>
        <p:spPr>
          <a:xfrm flipV="1">
            <a:off x="2565513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6639EB9-A232-9EBC-0B62-E93513764074}"/>
              </a:ext>
            </a:extLst>
          </p:cNvPr>
          <p:cNvCxnSpPr>
            <a:cxnSpLocks/>
          </p:cNvCxnSpPr>
          <p:nvPr/>
        </p:nvCxnSpPr>
        <p:spPr>
          <a:xfrm flipV="1">
            <a:off x="2607466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C6137BA-E8AE-0A8C-7D5D-637B5F0723B4}"/>
              </a:ext>
            </a:extLst>
          </p:cNvPr>
          <p:cNvCxnSpPr>
            <a:cxnSpLocks/>
          </p:cNvCxnSpPr>
          <p:nvPr/>
        </p:nvCxnSpPr>
        <p:spPr>
          <a:xfrm flipV="1">
            <a:off x="2771590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B73425E-6D56-746D-B880-9566EFFC3D80}"/>
              </a:ext>
            </a:extLst>
          </p:cNvPr>
          <p:cNvCxnSpPr>
            <a:cxnSpLocks/>
          </p:cNvCxnSpPr>
          <p:nvPr/>
        </p:nvCxnSpPr>
        <p:spPr>
          <a:xfrm flipV="1">
            <a:off x="2811697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F4FB117-79E9-B4F0-1582-A0A51E9D4731}"/>
              </a:ext>
            </a:extLst>
          </p:cNvPr>
          <p:cNvCxnSpPr>
            <a:cxnSpLocks/>
          </p:cNvCxnSpPr>
          <p:nvPr/>
        </p:nvCxnSpPr>
        <p:spPr>
          <a:xfrm flipV="1">
            <a:off x="2853650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FFE979-A236-9725-BED9-16920D8BE69D}"/>
              </a:ext>
            </a:extLst>
          </p:cNvPr>
          <p:cNvCxnSpPr>
            <a:cxnSpLocks/>
          </p:cNvCxnSpPr>
          <p:nvPr/>
        </p:nvCxnSpPr>
        <p:spPr>
          <a:xfrm flipV="1">
            <a:off x="3498426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5B8FB85-E885-0CCD-317D-8C9F57281428}"/>
              </a:ext>
            </a:extLst>
          </p:cNvPr>
          <p:cNvCxnSpPr>
            <a:cxnSpLocks/>
          </p:cNvCxnSpPr>
          <p:nvPr/>
        </p:nvCxnSpPr>
        <p:spPr>
          <a:xfrm flipV="1">
            <a:off x="3538533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14E436B-1DC3-7044-7E01-1DD3BAE20111}"/>
              </a:ext>
            </a:extLst>
          </p:cNvPr>
          <p:cNvCxnSpPr>
            <a:cxnSpLocks/>
          </p:cNvCxnSpPr>
          <p:nvPr/>
        </p:nvCxnSpPr>
        <p:spPr>
          <a:xfrm flipV="1">
            <a:off x="3580486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2DA55B2-2EC8-F638-8A12-89ADA1E6B4C3}"/>
              </a:ext>
            </a:extLst>
          </p:cNvPr>
          <p:cNvCxnSpPr>
            <a:cxnSpLocks/>
          </p:cNvCxnSpPr>
          <p:nvPr/>
        </p:nvCxnSpPr>
        <p:spPr>
          <a:xfrm flipV="1">
            <a:off x="3762200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531EB60-4D1E-92EB-7C3D-201ADCD75B91}"/>
              </a:ext>
            </a:extLst>
          </p:cNvPr>
          <p:cNvCxnSpPr>
            <a:cxnSpLocks/>
          </p:cNvCxnSpPr>
          <p:nvPr/>
        </p:nvCxnSpPr>
        <p:spPr>
          <a:xfrm flipV="1">
            <a:off x="3802307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B664967-A5C6-A9C9-0A98-1C0CE933466A}"/>
              </a:ext>
            </a:extLst>
          </p:cNvPr>
          <p:cNvCxnSpPr>
            <a:cxnSpLocks/>
          </p:cNvCxnSpPr>
          <p:nvPr/>
        </p:nvCxnSpPr>
        <p:spPr>
          <a:xfrm flipV="1">
            <a:off x="3844260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FD52CEF-3E43-92BA-6DAF-8C851428CF19}"/>
              </a:ext>
            </a:extLst>
          </p:cNvPr>
          <p:cNvCxnSpPr>
            <a:cxnSpLocks/>
          </p:cNvCxnSpPr>
          <p:nvPr/>
        </p:nvCxnSpPr>
        <p:spPr>
          <a:xfrm flipV="1">
            <a:off x="4014246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9C0431C-6CAA-D2DF-6009-197B747BB421}"/>
              </a:ext>
            </a:extLst>
          </p:cNvPr>
          <p:cNvCxnSpPr>
            <a:cxnSpLocks/>
          </p:cNvCxnSpPr>
          <p:nvPr/>
        </p:nvCxnSpPr>
        <p:spPr>
          <a:xfrm flipV="1">
            <a:off x="4054353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B1CFF1B-C374-A4B1-16C4-0E4A4179D816}"/>
              </a:ext>
            </a:extLst>
          </p:cNvPr>
          <p:cNvCxnSpPr>
            <a:cxnSpLocks/>
          </p:cNvCxnSpPr>
          <p:nvPr/>
        </p:nvCxnSpPr>
        <p:spPr>
          <a:xfrm flipV="1">
            <a:off x="4096306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8848691-254D-4AC3-282B-8B166E864623}"/>
              </a:ext>
            </a:extLst>
          </p:cNvPr>
          <p:cNvGrpSpPr/>
          <p:nvPr/>
        </p:nvGrpSpPr>
        <p:grpSpPr>
          <a:xfrm>
            <a:off x="2264260" y="5867398"/>
            <a:ext cx="138976" cy="246188"/>
            <a:chOff x="2301735" y="3868613"/>
            <a:chExt cx="341819" cy="246188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FC30960-2DD7-1803-98E9-07E5AD48C0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0863417-FF2C-05B8-0BF5-AD55C8ED15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C082579-B701-8945-6710-10323F7D7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E27E81E-00E7-131B-05D8-E2E4E212AF34}"/>
              </a:ext>
            </a:extLst>
          </p:cNvPr>
          <p:cNvGrpSpPr/>
          <p:nvPr/>
        </p:nvGrpSpPr>
        <p:grpSpPr>
          <a:xfrm>
            <a:off x="2510447" y="5873253"/>
            <a:ext cx="138976" cy="246188"/>
            <a:chOff x="2301735" y="3868613"/>
            <a:chExt cx="341819" cy="246188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AD7EBD4-0273-5AB3-C01B-F785B5870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F999733-703D-9736-EDF8-71E3DC809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C0D3674-8A12-4A2D-7489-79355B6F8A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9A518E8-C771-09D0-3FB4-643323AA95DB}"/>
              </a:ext>
            </a:extLst>
          </p:cNvPr>
          <p:cNvGrpSpPr/>
          <p:nvPr/>
        </p:nvGrpSpPr>
        <p:grpSpPr>
          <a:xfrm>
            <a:off x="2756635" y="5867389"/>
            <a:ext cx="138976" cy="246188"/>
            <a:chOff x="2301735" y="3868613"/>
            <a:chExt cx="341819" cy="246188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170647E5-32CA-53A9-A273-37BBE373F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0FB8836-A945-AE40-F16A-872EBB3DD9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4641AEE-5CCC-53A4-C2B2-054C3B4577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FBA4F93-B82A-E220-A2E3-3F6FCF2FC589}"/>
              </a:ext>
            </a:extLst>
          </p:cNvPr>
          <p:cNvGrpSpPr/>
          <p:nvPr/>
        </p:nvGrpSpPr>
        <p:grpSpPr>
          <a:xfrm>
            <a:off x="3483471" y="5879105"/>
            <a:ext cx="138976" cy="246188"/>
            <a:chOff x="2301735" y="3868613"/>
            <a:chExt cx="341819" cy="24618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EE3B64A-C242-2DB3-2518-746409E730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161563D-3D1F-5506-247A-146754B5AF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4CAC2BE-E925-36EA-E56F-96EEC1EDD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B34EDC5-4075-CADC-DBE3-7D3C73AD1E9A}"/>
              </a:ext>
            </a:extLst>
          </p:cNvPr>
          <p:cNvGrpSpPr/>
          <p:nvPr/>
        </p:nvGrpSpPr>
        <p:grpSpPr>
          <a:xfrm>
            <a:off x="3747243" y="5879101"/>
            <a:ext cx="138976" cy="246188"/>
            <a:chOff x="2301735" y="3868613"/>
            <a:chExt cx="341819" cy="24618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4441A26-E3A7-2395-E094-8BBA369AF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5A826B8-2631-D84E-E7CE-2D06876366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A991655-97F8-C4DE-21A3-565449EDD3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EDE29F6-4996-BD4E-31E7-542EE06483E2}"/>
              </a:ext>
            </a:extLst>
          </p:cNvPr>
          <p:cNvGrpSpPr/>
          <p:nvPr/>
        </p:nvGrpSpPr>
        <p:grpSpPr>
          <a:xfrm>
            <a:off x="3999294" y="5879097"/>
            <a:ext cx="138976" cy="246188"/>
            <a:chOff x="2301735" y="3868613"/>
            <a:chExt cx="341819" cy="246188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1E81E1D-1346-269F-4939-C22C204F2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6C16394-2D57-4B1A-37EF-B1B76B4D9F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3EA0CD5-57F3-D881-786D-B9EF06FC5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079D6EA-7B72-2DA3-857E-1ECAC674BB60}"/>
              </a:ext>
            </a:extLst>
          </p:cNvPr>
          <p:cNvGrpSpPr/>
          <p:nvPr/>
        </p:nvGrpSpPr>
        <p:grpSpPr>
          <a:xfrm>
            <a:off x="2258912" y="5802928"/>
            <a:ext cx="832612" cy="310666"/>
            <a:chOff x="2284149" y="3804135"/>
            <a:chExt cx="2106792" cy="31066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A1F1121-A3A6-0093-8CF8-F04C6D907B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96E8A8D-BA39-97B6-3E77-BCF9F29EB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303F38D-A55A-5BD4-DBD8-60174D0351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C57E229-3307-4119-667A-05DF20444465}"/>
              </a:ext>
            </a:extLst>
          </p:cNvPr>
          <p:cNvGrpSpPr/>
          <p:nvPr/>
        </p:nvGrpSpPr>
        <p:grpSpPr>
          <a:xfrm>
            <a:off x="3473638" y="5802928"/>
            <a:ext cx="832612" cy="310666"/>
            <a:chOff x="2284149" y="3804135"/>
            <a:chExt cx="2106792" cy="31066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3920B85-A53A-BD11-5739-4BFF9B913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78002B4-968F-0054-A2E0-CDDF26A854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AB85A6E-6207-3E47-4A5E-47AD9ACED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19A3605-759D-F443-A600-CAD4E486ACF0}"/>
              </a:ext>
            </a:extLst>
          </p:cNvPr>
          <p:cNvGrpSpPr/>
          <p:nvPr/>
        </p:nvGrpSpPr>
        <p:grpSpPr>
          <a:xfrm>
            <a:off x="2237736" y="5726736"/>
            <a:ext cx="2691817" cy="380995"/>
            <a:chOff x="2284149" y="3804135"/>
            <a:chExt cx="2106792" cy="310666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E05E8B0-5C71-5B7A-DD76-15A9A1ECD3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42A89B5-CE03-580B-5953-DFED99BC87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1580A2A-C6CB-CE2A-0561-0D05C821E4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16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2E0EB3C7-F102-A719-370B-0DA8F03E40DD}"/>
              </a:ext>
            </a:extLst>
          </p:cNvPr>
          <p:cNvSpPr txBox="1"/>
          <p:nvPr/>
        </p:nvSpPr>
        <p:spPr>
          <a:xfrm>
            <a:off x="2358491" y="2316689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stimulus_count</a:t>
            </a:r>
            <a:r>
              <a:rPr lang="en-AU" sz="10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0525433-2B09-EB1A-D2F8-A18C1CD73E1C}"/>
              </a:ext>
            </a:extLst>
          </p:cNvPr>
          <p:cNvSpPr txBox="1"/>
          <p:nvPr/>
        </p:nvSpPr>
        <p:spPr>
          <a:xfrm>
            <a:off x="2358490" y="24630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instance_duration</a:t>
            </a:r>
            <a:r>
              <a:rPr lang="en-AU" sz="1000" dirty="0">
                <a:solidFill>
                  <a:srgbClr val="FF0000"/>
                </a:solidFill>
              </a:rPr>
              <a:t> = 0.06 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9FE681E-58A8-1AAF-D4F3-3CE6C8EDC4D9}"/>
              </a:ext>
            </a:extLst>
          </p:cNvPr>
          <p:cNvSpPr txBox="1"/>
          <p:nvPr/>
        </p:nvSpPr>
        <p:spPr>
          <a:xfrm>
            <a:off x="2359425" y="3217872"/>
            <a:ext cx="2587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stimulus_repetition_interval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EB0D066-B026-B895-1D27-69F0B38A06D4}"/>
              </a:ext>
            </a:extLst>
          </p:cNvPr>
          <p:cNvSpPr txBox="1"/>
          <p:nvPr/>
        </p:nvSpPr>
        <p:spPr>
          <a:xfrm>
            <a:off x="2359425" y="3373227"/>
            <a:ext cx="2447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stimulus_repetition_frequency</a:t>
            </a:r>
            <a:r>
              <a:rPr lang="en-AU" sz="1000" dirty="0">
                <a:solidFill>
                  <a:srgbClr val="FF0000"/>
                </a:solidFill>
              </a:rPr>
              <a:t> = 50 Hz 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4217BD4-0AFC-DFB8-2140-4EFD84770EB6}"/>
              </a:ext>
            </a:extLst>
          </p:cNvPr>
          <p:cNvGrpSpPr/>
          <p:nvPr/>
        </p:nvGrpSpPr>
        <p:grpSpPr>
          <a:xfrm>
            <a:off x="2433104" y="3188562"/>
            <a:ext cx="591737" cy="64521"/>
            <a:chOff x="2492644" y="3165184"/>
            <a:chExt cx="591737" cy="64521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444E772-FD62-3DFE-7613-50C45B3653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D38C990-48A1-660D-452B-824B59A65A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0A2C461-3C88-F055-9B99-2211D380E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83FA59D-D29C-E430-0A57-F6D828DE92C6}"/>
              </a:ext>
            </a:extLst>
          </p:cNvPr>
          <p:cNvGrpSpPr/>
          <p:nvPr/>
        </p:nvGrpSpPr>
        <p:grpSpPr>
          <a:xfrm>
            <a:off x="2300500" y="4774184"/>
            <a:ext cx="661770" cy="64521"/>
            <a:chOff x="2492644" y="3165184"/>
            <a:chExt cx="591737" cy="64521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EFE1019-BBF0-F606-B187-77369E3639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A6DF9BA4-D6B5-9F8C-5C17-6029E5C7F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1866753-C95A-88CA-54D8-12D6F3FC7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0B63FAB-F25F-3F96-A7B4-9679EC66BA39}"/>
              </a:ext>
            </a:extLst>
          </p:cNvPr>
          <p:cNvCxnSpPr>
            <a:cxnSpLocks/>
          </p:cNvCxnSpPr>
          <p:nvPr/>
        </p:nvCxnSpPr>
        <p:spPr>
          <a:xfrm>
            <a:off x="0" y="2168773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C43CBC91-4DDF-EB16-6A88-4F355B0E0622}"/>
              </a:ext>
            </a:extLst>
          </p:cNvPr>
          <p:cNvSpPr txBox="1"/>
          <p:nvPr/>
        </p:nvSpPr>
        <p:spPr>
          <a:xfrm>
            <a:off x="83636" y="584281"/>
            <a:ext cx="1818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Layer -1</a:t>
            </a:r>
          </a:p>
          <a:p>
            <a:r>
              <a:rPr lang="en-AU" sz="1200" dirty="0"/>
              <a:t>Stimulus characteristics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ECAC32E-0DCA-66C8-25A8-CBE6A779DD81}"/>
              </a:ext>
            </a:extLst>
          </p:cNvPr>
          <p:cNvCxnSpPr>
            <a:cxnSpLocks/>
          </p:cNvCxnSpPr>
          <p:nvPr/>
        </p:nvCxnSpPr>
        <p:spPr>
          <a:xfrm>
            <a:off x="0" y="3763112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9147E9E-DF2A-BF5F-DA28-F19FC828E715}"/>
              </a:ext>
            </a:extLst>
          </p:cNvPr>
          <p:cNvCxnSpPr>
            <a:cxnSpLocks/>
          </p:cNvCxnSpPr>
          <p:nvPr/>
        </p:nvCxnSpPr>
        <p:spPr>
          <a:xfrm>
            <a:off x="0" y="5292969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6216332-C9B1-0207-B5DE-A8AF242BC356}"/>
              </a:ext>
            </a:extLst>
          </p:cNvPr>
          <p:cNvGrpSpPr/>
          <p:nvPr/>
        </p:nvGrpSpPr>
        <p:grpSpPr>
          <a:xfrm>
            <a:off x="3359323" y="1823821"/>
            <a:ext cx="270548" cy="52803"/>
            <a:chOff x="2492644" y="3165184"/>
            <a:chExt cx="591737" cy="64521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E6721B58-EB7E-8E53-CC6E-0F3EFDB5D5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CBEEFD0-3D2B-DE73-2311-50C3E13D7F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B2F0F5A4-AFB3-B39B-7D26-D7F92F3A4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7A218FAD-1F6C-6D20-F0AB-E83B93D31171}"/>
              </a:ext>
            </a:extLst>
          </p:cNvPr>
          <p:cNvSpPr txBox="1"/>
          <p:nvPr/>
        </p:nvSpPr>
        <p:spPr>
          <a:xfrm>
            <a:off x="118817" y="2644346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Layer 0</a:t>
            </a:r>
          </a:p>
          <a:p>
            <a:r>
              <a:rPr lang="en-AU" sz="1200" dirty="0">
                <a:solidFill>
                  <a:srgbClr val="FF0000"/>
                </a:solidFill>
              </a:rPr>
              <a:t>Instance [burst, train]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DDC2114-0150-EC4C-2002-8AAE2251DF5C}"/>
              </a:ext>
            </a:extLst>
          </p:cNvPr>
          <p:cNvSpPr txBox="1"/>
          <p:nvPr/>
        </p:nvSpPr>
        <p:spPr>
          <a:xfrm>
            <a:off x="3031984" y="1888466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stimulus_duration</a:t>
            </a:r>
            <a:r>
              <a:rPr lang="en-AU" sz="1000" dirty="0"/>
              <a:t> = 0.002 s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EB76D9C-6FE0-AB29-349B-51626E886244}"/>
              </a:ext>
            </a:extLst>
          </p:cNvPr>
          <p:cNvGrpSpPr/>
          <p:nvPr/>
        </p:nvGrpSpPr>
        <p:grpSpPr>
          <a:xfrm rot="16200000">
            <a:off x="2092262" y="1289483"/>
            <a:ext cx="928975" cy="69416"/>
            <a:chOff x="2492644" y="3165184"/>
            <a:chExt cx="591737" cy="64521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EDE6B272-E0C7-A40B-708C-C3E2927BDC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1117EC5-412C-D8DD-1607-CF2D1FA72A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A15C2303-36F4-8EA5-0D4E-4C658F1EA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6B23B8AD-A21C-A61A-9DF7-41CBBE71DA23}"/>
              </a:ext>
            </a:extLst>
          </p:cNvPr>
          <p:cNvSpPr txBox="1"/>
          <p:nvPr/>
        </p:nvSpPr>
        <p:spPr>
          <a:xfrm>
            <a:off x="2786354" y="566932"/>
            <a:ext cx="181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stimulus_waveform</a:t>
            </a:r>
            <a:r>
              <a:rPr lang="en-AU" sz="1000" dirty="0"/>
              <a:t> = ‘biphasic’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1181E7E-4AD9-9D7F-C70B-02D31FC857ED}"/>
              </a:ext>
            </a:extLst>
          </p:cNvPr>
          <p:cNvSpPr txBox="1"/>
          <p:nvPr/>
        </p:nvSpPr>
        <p:spPr>
          <a:xfrm>
            <a:off x="1540396" y="1816501"/>
            <a:ext cx="181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stimulus_intensity</a:t>
            </a:r>
            <a:r>
              <a:rPr lang="en-AU" sz="1000" dirty="0"/>
              <a:t> = 40 %MSO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086A33D-3599-AD3F-049D-DC458F843CD6}"/>
              </a:ext>
            </a:extLst>
          </p:cNvPr>
          <p:cNvSpPr txBox="1"/>
          <p:nvPr/>
        </p:nvSpPr>
        <p:spPr>
          <a:xfrm>
            <a:off x="2275846" y="378366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instance_count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8AA038A-8A40-7AB3-35BF-C23248F759FC}"/>
              </a:ext>
            </a:extLst>
          </p:cNvPr>
          <p:cNvSpPr txBox="1"/>
          <p:nvPr/>
        </p:nvSpPr>
        <p:spPr>
          <a:xfrm>
            <a:off x="2275846" y="3924277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train_duration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0.6 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960E46F-EDEE-D30C-9314-689129235372}"/>
              </a:ext>
            </a:extLst>
          </p:cNvPr>
          <p:cNvSpPr txBox="1"/>
          <p:nvPr/>
        </p:nvSpPr>
        <p:spPr>
          <a:xfrm>
            <a:off x="2219673" y="4869365"/>
            <a:ext cx="215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instance_repetition_interval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0.2 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5143E81-19AA-C77E-8503-070443593A67}"/>
              </a:ext>
            </a:extLst>
          </p:cNvPr>
          <p:cNvSpPr txBox="1"/>
          <p:nvPr/>
        </p:nvSpPr>
        <p:spPr>
          <a:xfrm>
            <a:off x="2219673" y="5014593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instance_repetition_frequency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5 Hz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05CB989-61B3-AE33-94E4-346747E5171A}"/>
              </a:ext>
            </a:extLst>
          </p:cNvPr>
          <p:cNvSpPr txBox="1"/>
          <p:nvPr/>
        </p:nvSpPr>
        <p:spPr>
          <a:xfrm>
            <a:off x="148108" y="3975174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Layer 1</a:t>
            </a:r>
          </a:p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Train [repeat]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B9EA259-DF93-2BB4-ACA4-0707B33C80E6}"/>
              </a:ext>
            </a:extLst>
          </p:cNvPr>
          <p:cNvSpPr txBox="1"/>
          <p:nvPr/>
        </p:nvSpPr>
        <p:spPr>
          <a:xfrm>
            <a:off x="158254" y="5505031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6"/>
                </a:solidFill>
              </a:rPr>
              <a:t>Layer 2</a:t>
            </a:r>
          </a:p>
          <a:p>
            <a:r>
              <a:rPr lang="en-AU" sz="1200" dirty="0">
                <a:solidFill>
                  <a:schemeClr val="accent6"/>
                </a:solidFill>
              </a:rPr>
              <a:t>Sequence [repeat2]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BAE057F-ED58-2A0C-4C31-0D6119D0B72F}"/>
              </a:ext>
            </a:extLst>
          </p:cNvPr>
          <p:cNvSpPr txBox="1"/>
          <p:nvPr/>
        </p:nvSpPr>
        <p:spPr>
          <a:xfrm>
            <a:off x="2275846" y="532965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train_count</a:t>
            </a:r>
            <a:r>
              <a:rPr lang="en-AU" sz="1000" dirty="0">
                <a:solidFill>
                  <a:schemeClr val="accent6"/>
                </a:solidFill>
              </a:rPr>
              <a:t> = 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249E113-17BA-BAE9-F9A6-2A68774489E8}"/>
              </a:ext>
            </a:extLst>
          </p:cNvPr>
          <p:cNvSpPr txBox="1"/>
          <p:nvPr/>
        </p:nvSpPr>
        <p:spPr>
          <a:xfrm>
            <a:off x="2275846" y="54526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sequence_duration</a:t>
            </a:r>
            <a:r>
              <a:rPr lang="en-AU" sz="1000" dirty="0">
                <a:solidFill>
                  <a:schemeClr val="accent6"/>
                </a:solidFill>
              </a:rPr>
              <a:t> = 0.36 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E5DE10A-5F02-00AD-091E-52EB0CC8E631}"/>
              </a:ext>
            </a:extLst>
          </p:cNvPr>
          <p:cNvSpPr txBox="1"/>
          <p:nvPr/>
        </p:nvSpPr>
        <p:spPr>
          <a:xfrm>
            <a:off x="2219673" y="6397776"/>
            <a:ext cx="2451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train_repetition_interval</a:t>
            </a:r>
            <a:r>
              <a:rPr lang="en-AU" sz="1000" dirty="0">
                <a:solidFill>
                  <a:schemeClr val="accent6"/>
                </a:solidFill>
              </a:rPr>
              <a:t> = 1 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76719EF-8146-45D0-0B7C-DFC66C623CEE}"/>
              </a:ext>
            </a:extLst>
          </p:cNvPr>
          <p:cNvSpPr txBox="1"/>
          <p:nvPr/>
        </p:nvSpPr>
        <p:spPr>
          <a:xfrm>
            <a:off x="2219673" y="6553131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train_repetition_frequency</a:t>
            </a:r>
            <a:r>
              <a:rPr lang="en-AU" sz="1000" dirty="0">
                <a:solidFill>
                  <a:schemeClr val="accent6"/>
                </a:solidFill>
              </a:rPr>
              <a:t> = 1 Hz 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68EACFF-413D-5CEF-F7AC-B56484FD0A37}"/>
              </a:ext>
            </a:extLst>
          </p:cNvPr>
          <p:cNvGrpSpPr/>
          <p:nvPr/>
        </p:nvGrpSpPr>
        <p:grpSpPr>
          <a:xfrm>
            <a:off x="2267915" y="6330451"/>
            <a:ext cx="1228666" cy="64521"/>
            <a:chOff x="2492644" y="3165184"/>
            <a:chExt cx="591737" cy="64521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F5D47AB-DD1D-12D1-8824-D1C34A2737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45698EF-CF46-D243-298A-1383564F35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8210F11-D9AA-0FE3-2FCB-C9FB1C621A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A6C2C89C-D9D9-79C4-860D-00C0D0F365F6}"/>
              </a:ext>
            </a:extLst>
          </p:cNvPr>
          <p:cNvSpPr txBox="1"/>
          <p:nvPr/>
        </p:nvSpPr>
        <p:spPr>
          <a:xfrm>
            <a:off x="121261" y="3107558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Required: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_count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</a:t>
            </a:r>
            <a:r>
              <a:rPr lang="en-AU" sz="1000" dirty="0" err="1">
                <a:solidFill>
                  <a:srgbClr val="FF0000"/>
                </a:solidFill>
              </a:rPr>
              <a:t>repetition_interval</a:t>
            </a:r>
            <a:endParaRPr lang="en-AU" sz="1000" dirty="0">
              <a:solidFill>
                <a:srgbClr val="FF00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3BAA38E-D65A-8AD3-9AFF-FF995CA651B1}"/>
              </a:ext>
            </a:extLst>
          </p:cNvPr>
          <p:cNvSpPr txBox="1"/>
          <p:nvPr/>
        </p:nvSpPr>
        <p:spPr>
          <a:xfrm>
            <a:off x="176761" y="4574946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4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_count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</a:t>
            </a:r>
            <a:r>
              <a:rPr lang="en-AU" sz="1000" dirty="0" err="1">
                <a:solidFill>
                  <a:schemeClr val="accent4"/>
                </a:solidFill>
              </a:rPr>
              <a:t>repetition_interval</a:t>
            </a:r>
            <a:endParaRPr lang="en-AU" sz="1000" dirty="0">
              <a:solidFill>
                <a:schemeClr val="accent4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6E25581-22E0-C581-DFD4-F9B3472272CD}"/>
              </a:ext>
            </a:extLst>
          </p:cNvPr>
          <p:cNvSpPr txBox="1"/>
          <p:nvPr/>
        </p:nvSpPr>
        <p:spPr>
          <a:xfrm>
            <a:off x="176761" y="6119435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6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_count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</a:t>
            </a:r>
            <a:r>
              <a:rPr lang="en-AU" sz="1000" dirty="0" err="1">
                <a:solidFill>
                  <a:schemeClr val="accent6"/>
                </a:solidFill>
              </a:rPr>
              <a:t>repetition_interval</a:t>
            </a:r>
            <a:endParaRPr lang="en-AU" sz="1000" dirty="0">
              <a:solidFill>
                <a:schemeClr val="accent6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E970B09-4751-BE10-4A7E-33C4B32361E7}"/>
              </a:ext>
            </a:extLst>
          </p:cNvPr>
          <p:cNvSpPr txBox="1"/>
          <p:nvPr/>
        </p:nvSpPr>
        <p:spPr>
          <a:xfrm>
            <a:off x="83636" y="1267708"/>
            <a:ext cx="145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Required:</a:t>
            </a:r>
          </a:p>
          <a:p>
            <a:r>
              <a:rPr lang="en-AU" sz="1000" dirty="0" err="1"/>
              <a:t>stimulus_duration</a:t>
            </a:r>
            <a:endParaRPr lang="en-AU" sz="1000" dirty="0"/>
          </a:p>
          <a:p>
            <a:r>
              <a:rPr lang="en-AU" sz="1000" dirty="0" err="1"/>
              <a:t>stimulus_waveform</a:t>
            </a:r>
            <a:endParaRPr lang="en-AU" sz="1000" dirty="0"/>
          </a:p>
          <a:p>
            <a:r>
              <a:rPr lang="en-AU" sz="1000" dirty="0" err="1"/>
              <a:t>stimulus_intensity</a:t>
            </a:r>
            <a:endParaRPr lang="en-AU" sz="1000" dirty="0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58D24FFE-C538-264A-36D4-28156D70A009}"/>
              </a:ext>
            </a:extLst>
          </p:cNvPr>
          <p:cNvCxnSpPr>
            <a:cxnSpLocks/>
          </p:cNvCxnSpPr>
          <p:nvPr/>
        </p:nvCxnSpPr>
        <p:spPr>
          <a:xfrm>
            <a:off x="6524956" y="2946715"/>
            <a:ext cx="15477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61036C71-0688-BA9E-DD2F-364CD219C1A4}"/>
              </a:ext>
            </a:extLst>
          </p:cNvPr>
          <p:cNvCxnSpPr>
            <a:cxnSpLocks/>
          </p:cNvCxnSpPr>
          <p:nvPr/>
        </p:nvCxnSpPr>
        <p:spPr>
          <a:xfrm flipV="1">
            <a:off x="7085167" y="2823621"/>
            <a:ext cx="0" cy="241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45A3F18C-E22C-85FB-7A32-AA35D6C30C72}"/>
              </a:ext>
            </a:extLst>
          </p:cNvPr>
          <p:cNvCxnSpPr>
            <a:cxnSpLocks/>
          </p:cNvCxnSpPr>
          <p:nvPr/>
        </p:nvCxnSpPr>
        <p:spPr>
          <a:xfrm flipV="1">
            <a:off x="7505680" y="273569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E7C7B04A-5525-1288-C29F-5C1F0E54B546}"/>
              </a:ext>
            </a:extLst>
          </p:cNvPr>
          <p:cNvSpPr txBox="1"/>
          <p:nvPr/>
        </p:nvSpPr>
        <p:spPr>
          <a:xfrm>
            <a:off x="6407731" y="2442994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stimulus_count</a:t>
            </a:r>
            <a:r>
              <a:rPr lang="en-AU" sz="10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4697400-8C16-484C-B887-1934B7F2572A}"/>
              </a:ext>
            </a:extLst>
          </p:cNvPr>
          <p:cNvSpPr txBox="1"/>
          <p:nvPr/>
        </p:nvSpPr>
        <p:spPr>
          <a:xfrm>
            <a:off x="6407731" y="3213223"/>
            <a:ext cx="22087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stimulus_repetition_interval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DFBB2DC-58E1-339D-87C5-AD08F4EB3ACD}"/>
              </a:ext>
            </a:extLst>
          </p:cNvPr>
          <p:cNvSpPr txBox="1"/>
          <p:nvPr/>
        </p:nvSpPr>
        <p:spPr>
          <a:xfrm>
            <a:off x="8662528" y="2162509"/>
            <a:ext cx="36633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stim_id</a:t>
            </a:r>
            <a:r>
              <a:rPr lang="en-AU" sz="1000" dirty="0"/>
              <a:t> = ‘stim2’</a:t>
            </a:r>
          </a:p>
          <a:p>
            <a:endParaRPr lang="en-AU" sz="1000" dirty="0"/>
          </a:p>
          <a:p>
            <a:r>
              <a:rPr lang="en-AU" sz="1000" i="1" dirty="0" err="1"/>
              <a:t>nibs.json</a:t>
            </a:r>
            <a:r>
              <a:rPr lang="en-AU" sz="1000" i="1" dirty="0"/>
              <a:t> </a:t>
            </a:r>
            <a:r>
              <a:rPr lang="en-AU" sz="1000" dirty="0"/>
              <a:t>(if pulse characteristics change per pulse in instance)</a:t>
            </a:r>
          </a:p>
          <a:p>
            <a:r>
              <a:rPr lang="en-AU" sz="1000" dirty="0" err="1"/>
              <a:t>StimID</a:t>
            </a:r>
            <a:r>
              <a:rPr lang="en-AU" sz="1000" dirty="0"/>
              <a:t> = ‘stim2’</a:t>
            </a:r>
          </a:p>
          <a:p>
            <a:r>
              <a:rPr lang="en-AU" sz="1000" dirty="0" err="1"/>
              <a:t>StimDescription</a:t>
            </a:r>
            <a:r>
              <a:rPr lang="en-AU" sz="1000" dirty="0"/>
              <a:t> = ‘Paired pulse SICI condition’</a:t>
            </a:r>
          </a:p>
          <a:p>
            <a:r>
              <a:rPr lang="en-AU" sz="1000" dirty="0" err="1"/>
              <a:t>StimulusIntensityScalingVector</a:t>
            </a:r>
            <a:r>
              <a:rPr lang="en-AU" sz="1000" dirty="0"/>
              <a:t> = [30,40]</a:t>
            </a:r>
          </a:p>
          <a:p>
            <a:r>
              <a:rPr lang="en-AU" sz="1000" dirty="0" err="1"/>
              <a:t>StimulusIntensityScalingMethod</a:t>
            </a:r>
            <a:r>
              <a:rPr lang="en-AU" sz="1000" dirty="0"/>
              <a:t> = [‘</a:t>
            </a:r>
            <a:r>
              <a:rPr lang="en-AU" sz="1000" dirty="0" err="1"/>
              <a:t>absolute’,’absolute</a:t>
            </a:r>
            <a:r>
              <a:rPr lang="en-AU" sz="1000" dirty="0"/>
              <a:t>’]</a:t>
            </a:r>
          </a:p>
          <a:p>
            <a:r>
              <a:rPr lang="en-AU" sz="1000" dirty="0" err="1"/>
              <a:t>StimulusDurationScalingVector</a:t>
            </a:r>
            <a:r>
              <a:rPr lang="en-AU" sz="1000" dirty="0"/>
              <a:t> = [0.002,0.004]</a:t>
            </a:r>
          </a:p>
          <a:p>
            <a:r>
              <a:rPr lang="en-AU" sz="1000" dirty="0" err="1"/>
              <a:t>StimulusDurationScalingMethod</a:t>
            </a:r>
            <a:r>
              <a:rPr lang="en-AU" sz="1000" dirty="0"/>
              <a:t> = [‘</a:t>
            </a:r>
            <a:r>
              <a:rPr lang="en-AU" sz="1000" dirty="0" err="1"/>
              <a:t>absolute’,’absolute</a:t>
            </a:r>
            <a:r>
              <a:rPr lang="en-AU" sz="1000" dirty="0"/>
              <a:t>’]</a:t>
            </a:r>
          </a:p>
          <a:p>
            <a:endParaRPr lang="en-AU" sz="1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D8A2773-A012-1851-F384-FC947774BAFD}"/>
              </a:ext>
            </a:extLst>
          </p:cNvPr>
          <p:cNvSpPr txBox="1"/>
          <p:nvPr/>
        </p:nvSpPr>
        <p:spPr>
          <a:xfrm>
            <a:off x="4079683" y="231039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[</a:t>
            </a:r>
            <a:r>
              <a:rPr lang="en-AU" sz="1000" dirty="0" err="1">
                <a:solidFill>
                  <a:srgbClr val="FF0000"/>
                </a:solidFill>
              </a:rPr>
              <a:t>stimuli_in_instance</a:t>
            </a:r>
            <a:r>
              <a:rPr lang="en-AU" sz="10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63BC4CC-25E4-3347-AC55-279D2DA778EC}"/>
              </a:ext>
            </a:extLst>
          </p:cNvPr>
          <p:cNvSpPr txBox="1"/>
          <p:nvPr/>
        </p:nvSpPr>
        <p:spPr>
          <a:xfrm>
            <a:off x="4578768" y="560641"/>
            <a:ext cx="2140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[</a:t>
            </a:r>
            <a:r>
              <a:rPr lang="en-AU" sz="1000" dirty="0" err="1"/>
              <a:t>stimulus_shape</a:t>
            </a:r>
            <a:r>
              <a:rPr lang="en-AU" sz="1000" dirty="0"/>
              <a:t>] – alternative names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65D7417-3CAC-CE1A-2D2F-C3DA205F2F68}"/>
              </a:ext>
            </a:extLst>
          </p:cNvPr>
          <p:cNvSpPr txBox="1"/>
          <p:nvPr/>
        </p:nvSpPr>
        <p:spPr>
          <a:xfrm>
            <a:off x="3600300" y="36633"/>
            <a:ext cx="4097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TMS (stimulus alternative)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FF68912-DA76-721F-226A-F40FC9DFFAB5}"/>
              </a:ext>
            </a:extLst>
          </p:cNvPr>
          <p:cNvSpPr txBox="1"/>
          <p:nvPr/>
        </p:nvSpPr>
        <p:spPr>
          <a:xfrm>
            <a:off x="13513" y="2207657"/>
            <a:ext cx="251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Multiple stimulus timing parameters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21AD7C5-9E67-753B-39B4-F7E75B4CA5AF}"/>
              </a:ext>
            </a:extLst>
          </p:cNvPr>
          <p:cNvSpPr txBox="1"/>
          <p:nvPr/>
        </p:nvSpPr>
        <p:spPr>
          <a:xfrm>
            <a:off x="8662528" y="993392"/>
            <a:ext cx="3392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stim_id</a:t>
            </a:r>
            <a:r>
              <a:rPr lang="en-AU" sz="1000" dirty="0"/>
              <a:t> = ‘stim1’</a:t>
            </a:r>
          </a:p>
          <a:p>
            <a:endParaRPr lang="en-AU" sz="1000" dirty="0"/>
          </a:p>
          <a:p>
            <a:r>
              <a:rPr lang="en-AU" sz="1000" i="1" dirty="0" err="1"/>
              <a:t>nibs.json</a:t>
            </a:r>
            <a:endParaRPr lang="en-AU" sz="1000" i="1" dirty="0"/>
          </a:p>
          <a:p>
            <a:r>
              <a:rPr lang="en-AU" sz="1000" dirty="0" err="1"/>
              <a:t>StimID</a:t>
            </a:r>
            <a:r>
              <a:rPr lang="en-AU" sz="1000" dirty="0"/>
              <a:t> = ‘stim1’</a:t>
            </a:r>
          </a:p>
          <a:p>
            <a:r>
              <a:rPr lang="en-AU" sz="1000" dirty="0" err="1"/>
              <a:t>StimDescription</a:t>
            </a:r>
            <a:r>
              <a:rPr lang="en-AU" sz="1000" dirty="0"/>
              <a:t> = ‘Single pulse condition’</a:t>
            </a:r>
          </a:p>
          <a:p>
            <a:endParaRPr lang="en-AU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3D2DC-3F9E-1DFD-C6D2-DA0A431EAD0E}"/>
              </a:ext>
            </a:extLst>
          </p:cNvPr>
          <p:cNvSpPr txBox="1"/>
          <p:nvPr/>
        </p:nvSpPr>
        <p:spPr>
          <a:xfrm>
            <a:off x="6606999" y="3967671"/>
            <a:ext cx="2548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See TUS for ITRUSST layer model</a:t>
            </a:r>
          </a:p>
        </p:txBody>
      </p:sp>
    </p:spTree>
    <p:extLst>
      <p:ext uri="{BB962C8B-B14F-4D97-AF65-F5344CB8AC3E}">
        <p14:creationId xmlns:p14="http://schemas.microsoft.com/office/powerpoint/2010/main" val="61420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A36E6-309A-D14F-C51E-B9B6F940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0E10D183-D8DF-8E11-85AC-8508A7157B7F}"/>
              </a:ext>
            </a:extLst>
          </p:cNvPr>
          <p:cNvGraphicFramePr>
            <a:graphicFrameLocks/>
          </p:cNvGraphicFramePr>
          <p:nvPr/>
        </p:nvGraphicFramePr>
        <p:xfrm>
          <a:off x="3513333" y="2386413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B580153-A0E8-46A8-F9A4-DD8607931142}"/>
              </a:ext>
            </a:extLst>
          </p:cNvPr>
          <p:cNvGraphicFramePr>
            <a:graphicFrameLocks/>
          </p:cNvGraphicFramePr>
          <p:nvPr/>
        </p:nvGraphicFramePr>
        <p:xfrm>
          <a:off x="2896248" y="2382993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8BCA4616-439D-1519-E870-82CA6FF146AD}"/>
              </a:ext>
            </a:extLst>
          </p:cNvPr>
          <p:cNvGraphicFramePr>
            <a:graphicFrameLocks/>
          </p:cNvGraphicFramePr>
          <p:nvPr/>
        </p:nvGraphicFramePr>
        <p:xfrm>
          <a:off x="2322136" y="2379791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1" name="Chart 290">
            <a:extLst>
              <a:ext uri="{FF2B5EF4-FFF2-40B4-BE49-F238E27FC236}">
                <a16:creationId xmlns:a16="http://schemas.microsoft.com/office/drawing/2014/main" id="{71C938BC-A1F6-31F5-ECA6-946BFECB0045}"/>
              </a:ext>
            </a:extLst>
          </p:cNvPr>
          <p:cNvGraphicFramePr>
            <a:graphicFrameLocks/>
          </p:cNvGraphicFramePr>
          <p:nvPr/>
        </p:nvGraphicFramePr>
        <p:xfrm>
          <a:off x="8369526" y="2312453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2" name="Chart 291">
            <a:extLst>
              <a:ext uri="{FF2B5EF4-FFF2-40B4-BE49-F238E27FC236}">
                <a16:creationId xmlns:a16="http://schemas.microsoft.com/office/drawing/2014/main" id="{5822E5C5-BE10-91E1-DA6B-1B1165901177}"/>
              </a:ext>
            </a:extLst>
          </p:cNvPr>
          <p:cNvGraphicFramePr>
            <a:graphicFrameLocks/>
          </p:cNvGraphicFramePr>
          <p:nvPr/>
        </p:nvGraphicFramePr>
        <p:xfrm>
          <a:off x="8943638" y="2315655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93" name="Chart 292">
            <a:extLst>
              <a:ext uri="{FF2B5EF4-FFF2-40B4-BE49-F238E27FC236}">
                <a16:creationId xmlns:a16="http://schemas.microsoft.com/office/drawing/2014/main" id="{F446C053-B141-DE44-7FC2-C3C82E2775C1}"/>
              </a:ext>
            </a:extLst>
          </p:cNvPr>
          <p:cNvGraphicFramePr>
            <a:graphicFrameLocks/>
          </p:cNvGraphicFramePr>
          <p:nvPr/>
        </p:nvGraphicFramePr>
        <p:xfrm>
          <a:off x="9560723" y="2319075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79A8C0D-BAF5-4B0C-E7A1-4E46476E0205}"/>
              </a:ext>
            </a:extLst>
          </p:cNvPr>
          <p:cNvGraphicFramePr>
            <a:graphicFrameLocks/>
          </p:cNvGraphicFramePr>
          <p:nvPr/>
        </p:nvGraphicFramePr>
        <p:xfrm>
          <a:off x="2952208" y="640637"/>
          <a:ext cx="1978478" cy="1349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3AC944-3399-36E0-21C9-87F5B7BC09D4}"/>
              </a:ext>
            </a:extLst>
          </p:cNvPr>
          <p:cNvCxnSpPr>
            <a:cxnSpLocks/>
          </p:cNvCxnSpPr>
          <p:nvPr/>
        </p:nvCxnSpPr>
        <p:spPr>
          <a:xfrm>
            <a:off x="2090721" y="4574946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9533009-AF76-80D9-19FA-8CA390B99416}"/>
              </a:ext>
            </a:extLst>
          </p:cNvPr>
          <p:cNvCxnSpPr>
            <a:cxnSpLocks/>
          </p:cNvCxnSpPr>
          <p:nvPr/>
        </p:nvCxnSpPr>
        <p:spPr>
          <a:xfrm>
            <a:off x="2057123" y="2989317"/>
            <a:ext cx="2274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4E8849-CD3B-3E4E-E6C0-A0476C34AD09}"/>
              </a:ext>
            </a:extLst>
          </p:cNvPr>
          <p:cNvCxnSpPr>
            <a:cxnSpLocks/>
          </p:cNvCxnSpPr>
          <p:nvPr/>
        </p:nvCxnSpPr>
        <p:spPr>
          <a:xfrm flipV="1">
            <a:off x="231932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35E8C7-201E-B044-332E-B5DDB19DAFED}"/>
              </a:ext>
            </a:extLst>
          </p:cNvPr>
          <p:cNvCxnSpPr>
            <a:cxnSpLocks/>
          </p:cNvCxnSpPr>
          <p:nvPr/>
        </p:nvCxnSpPr>
        <p:spPr>
          <a:xfrm flipV="1">
            <a:off x="2418965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D2651A9-94E6-9FC6-9E54-C8D9264C55D5}"/>
              </a:ext>
            </a:extLst>
          </p:cNvPr>
          <p:cNvCxnSpPr>
            <a:cxnSpLocks/>
          </p:cNvCxnSpPr>
          <p:nvPr/>
        </p:nvCxnSpPr>
        <p:spPr>
          <a:xfrm flipV="1">
            <a:off x="251275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90643E-FDB7-C332-3DFF-DF16597DF004}"/>
              </a:ext>
            </a:extLst>
          </p:cNvPr>
          <p:cNvCxnSpPr>
            <a:cxnSpLocks/>
          </p:cNvCxnSpPr>
          <p:nvPr/>
        </p:nvCxnSpPr>
        <p:spPr>
          <a:xfrm flipV="1">
            <a:off x="2991880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CC1CFA6-03B2-8155-DA5B-2FD46C005C28}"/>
              </a:ext>
            </a:extLst>
          </p:cNvPr>
          <p:cNvCxnSpPr>
            <a:cxnSpLocks/>
          </p:cNvCxnSpPr>
          <p:nvPr/>
        </p:nvCxnSpPr>
        <p:spPr>
          <a:xfrm flipV="1">
            <a:off x="3091524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D049B2A-71B6-06BA-5FC1-A27ED80CC840}"/>
              </a:ext>
            </a:extLst>
          </p:cNvPr>
          <p:cNvCxnSpPr>
            <a:cxnSpLocks/>
          </p:cNvCxnSpPr>
          <p:nvPr/>
        </p:nvCxnSpPr>
        <p:spPr>
          <a:xfrm flipV="1">
            <a:off x="3185310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C94A92-8125-BDD5-E738-54B9F63BADD7}"/>
              </a:ext>
            </a:extLst>
          </p:cNvPr>
          <p:cNvCxnSpPr>
            <a:cxnSpLocks/>
          </p:cNvCxnSpPr>
          <p:nvPr/>
        </p:nvCxnSpPr>
        <p:spPr>
          <a:xfrm flipV="1">
            <a:off x="364251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9EE91AA-ECC2-8722-392A-F1E30E8A697A}"/>
              </a:ext>
            </a:extLst>
          </p:cNvPr>
          <p:cNvCxnSpPr>
            <a:cxnSpLocks/>
          </p:cNvCxnSpPr>
          <p:nvPr/>
        </p:nvCxnSpPr>
        <p:spPr>
          <a:xfrm flipV="1">
            <a:off x="3742155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04234E-6211-8A59-244E-F155C1C23537}"/>
              </a:ext>
            </a:extLst>
          </p:cNvPr>
          <p:cNvCxnSpPr>
            <a:cxnSpLocks/>
          </p:cNvCxnSpPr>
          <p:nvPr/>
        </p:nvCxnSpPr>
        <p:spPr>
          <a:xfrm flipV="1">
            <a:off x="3835941" y="436393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DA64CE2-CE92-7A38-79A9-305C2C944F5C}"/>
              </a:ext>
            </a:extLst>
          </p:cNvPr>
          <p:cNvCxnSpPr>
            <a:cxnSpLocks/>
          </p:cNvCxnSpPr>
          <p:nvPr/>
        </p:nvCxnSpPr>
        <p:spPr>
          <a:xfrm flipV="1">
            <a:off x="244213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D5795F-1D4E-E522-F7C3-66C989A5E236}"/>
              </a:ext>
            </a:extLst>
          </p:cNvPr>
          <p:cNvCxnSpPr>
            <a:cxnSpLocks/>
          </p:cNvCxnSpPr>
          <p:nvPr/>
        </p:nvCxnSpPr>
        <p:spPr>
          <a:xfrm flipH="1">
            <a:off x="2441487" y="2743129"/>
            <a:ext cx="1680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E859A97-9B5F-CA46-84A6-6341B76D08ED}"/>
              </a:ext>
            </a:extLst>
          </p:cNvPr>
          <p:cNvCxnSpPr>
            <a:cxnSpLocks/>
          </p:cNvCxnSpPr>
          <p:nvPr/>
        </p:nvCxnSpPr>
        <p:spPr>
          <a:xfrm flipV="1">
            <a:off x="412809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9393FF0-8024-2538-849D-FC3787AA4A35}"/>
              </a:ext>
            </a:extLst>
          </p:cNvPr>
          <p:cNvGrpSpPr/>
          <p:nvPr/>
        </p:nvGrpSpPr>
        <p:grpSpPr>
          <a:xfrm>
            <a:off x="2301735" y="4328758"/>
            <a:ext cx="341819" cy="246188"/>
            <a:chOff x="2301735" y="3868613"/>
            <a:chExt cx="341819" cy="24618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14A35A2-A167-D50A-0CBC-21E2FCAC9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867A331-8337-3F47-CC4D-9E2761FFAB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5E23C27-FBDF-B12E-A6A7-C7D05030C4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71D55DF-8A1C-11F7-D23B-3570A6FC474D}"/>
              </a:ext>
            </a:extLst>
          </p:cNvPr>
          <p:cNvGrpSpPr/>
          <p:nvPr/>
        </p:nvGrpSpPr>
        <p:grpSpPr>
          <a:xfrm>
            <a:off x="2970489" y="4328758"/>
            <a:ext cx="341819" cy="246188"/>
            <a:chOff x="2301735" y="3868613"/>
            <a:chExt cx="341819" cy="24618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744FD08-C6F3-6D3C-0D86-A3511B74FE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7F7C799-FF58-DC59-E0C2-1810D2FE82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5E845F5-EAC5-BAE3-FC20-B71736BFC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A1D8108-BC80-B581-5CCE-E787A6412C0A}"/>
              </a:ext>
            </a:extLst>
          </p:cNvPr>
          <p:cNvGrpSpPr/>
          <p:nvPr/>
        </p:nvGrpSpPr>
        <p:grpSpPr>
          <a:xfrm>
            <a:off x="3621123" y="4334616"/>
            <a:ext cx="341819" cy="246188"/>
            <a:chOff x="2301735" y="3868613"/>
            <a:chExt cx="341819" cy="24618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7E1A36A-A826-2F07-E699-7D2D3519BD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A202121-C417-9635-BC37-52D8B686C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9C8B661-67CF-5D05-79BC-37479D7255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CF828EE-03DF-149B-34AE-166F098E7802}"/>
              </a:ext>
            </a:extLst>
          </p:cNvPr>
          <p:cNvGrpSpPr/>
          <p:nvPr/>
        </p:nvGrpSpPr>
        <p:grpSpPr>
          <a:xfrm>
            <a:off x="2284149" y="4264280"/>
            <a:ext cx="2106792" cy="310666"/>
            <a:chOff x="2284149" y="3804135"/>
            <a:chExt cx="2106792" cy="310666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6161E71-C43F-0A50-0B75-C0C601A7A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E8C2A75-BA6D-530E-5014-4819C87D9D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2997E2-8EE2-C1BE-94BB-99BF7C783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59DDED1-E600-250C-0021-28C1A7E0A8E8}"/>
              </a:ext>
            </a:extLst>
          </p:cNvPr>
          <p:cNvCxnSpPr>
            <a:cxnSpLocks/>
          </p:cNvCxnSpPr>
          <p:nvPr/>
        </p:nvCxnSpPr>
        <p:spPr>
          <a:xfrm>
            <a:off x="2090721" y="6119460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CAB6BDE-EFC4-D019-8B9D-0E6A3C77DCBC}"/>
              </a:ext>
            </a:extLst>
          </p:cNvPr>
          <p:cNvCxnSpPr>
            <a:cxnSpLocks/>
          </p:cNvCxnSpPr>
          <p:nvPr/>
        </p:nvCxnSpPr>
        <p:spPr>
          <a:xfrm flipV="1">
            <a:off x="2279214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25D8A26-5D4E-340F-5CC0-E7DD1A02B5E7}"/>
              </a:ext>
            </a:extLst>
          </p:cNvPr>
          <p:cNvCxnSpPr>
            <a:cxnSpLocks/>
          </p:cNvCxnSpPr>
          <p:nvPr/>
        </p:nvCxnSpPr>
        <p:spPr>
          <a:xfrm flipV="1">
            <a:off x="2319321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50DDB2B-8C37-843D-D9D9-33585E178A53}"/>
              </a:ext>
            </a:extLst>
          </p:cNvPr>
          <p:cNvCxnSpPr>
            <a:cxnSpLocks/>
          </p:cNvCxnSpPr>
          <p:nvPr/>
        </p:nvCxnSpPr>
        <p:spPr>
          <a:xfrm flipV="1">
            <a:off x="2361274" y="590844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8571E01-72EC-C5F8-C54F-42EA9D08849B}"/>
              </a:ext>
            </a:extLst>
          </p:cNvPr>
          <p:cNvCxnSpPr>
            <a:cxnSpLocks/>
          </p:cNvCxnSpPr>
          <p:nvPr/>
        </p:nvCxnSpPr>
        <p:spPr>
          <a:xfrm flipV="1">
            <a:off x="2525406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E2D4192-2026-B795-AFB0-2AA7A91D62AE}"/>
              </a:ext>
            </a:extLst>
          </p:cNvPr>
          <p:cNvCxnSpPr>
            <a:cxnSpLocks/>
          </p:cNvCxnSpPr>
          <p:nvPr/>
        </p:nvCxnSpPr>
        <p:spPr>
          <a:xfrm flipV="1">
            <a:off x="2565513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7CE3C88-354F-AE2B-362E-1CDFAEA66C5A}"/>
              </a:ext>
            </a:extLst>
          </p:cNvPr>
          <p:cNvCxnSpPr>
            <a:cxnSpLocks/>
          </p:cNvCxnSpPr>
          <p:nvPr/>
        </p:nvCxnSpPr>
        <p:spPr>
          <a:xfrm flipV="1">
            <a:off x="2607466" y="5914300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D512D20-2957-2ACE-9505-8C036B26FD4F}"/>
              </a:ext>
            </a:extLst>
          </p:cNvPr>
          <p:cNvCxnSpPr>
            <a:cxnSpLocks/>
          </p:cNvCxnSpPr>
          <p:nvPr/>
        </p:nvCxnSpPr>
        <p:spPr>
          <a:xfrm flipV="1">
            <a:off x="2771590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4F5D684-B6B6-3801-26A8-5F822431C5B9}"/>
              </a:ext>
            </a:extLst>
          </p:cNvPr>
          <p:cNvCxnSpPr>
            <a:cxnSpLocks/>
          </p:cNvCxnSpPr>
          <p:nvPr/>
        </p:nvCxnSpPr>
        <p:spPr>
          <a:xfrm flipV="1">
            <a:off x="2811697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717E966-4763-7A13-ACDD-C14B25CB6193}"/>
              </a:ext>
            </a:extLst>
          </p:cNvPr>
          <p:cNvCxnSpPr>
            <a:cxnSpLocks/>
          </p:cNvCxnSpPr>
          <p:nvPr/>
        </p:nvCxnSpPr>
        <p:spPr>
          <a:xfrm flipV="1">
            <a:off x="2853650" y="5914294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88D14B5-97E3-86CF-5B1B-6F3850DF6821}"/>
              </a:ext>
            </a:extLst>
          </p:cNvPr>
          <p:cNvCxnSpPr>
            <a:cxnSpLocks/>
          </p:cNvCxnSpPr>
          <p:nvPr/>
        </p:nvCxnSpPr>
        <p:spPr>
          <a:xfrm flipV="1">
            <a:off x="3498426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6D337F6-3699-F5C4-8894-46F45D569716}"/>
              </a:ext>
            </a:extLst>
          </p:cNvPr>
          <p:cNvCxnSpPr>
            <a:cxnSpLocks/>
          </p:cNvCxnSpPr>
          <p:nvPr/>
        </p:nvCxnSpPr>
        <p:spPr>
          <a:xfrm flipV="1">
            <a:off x="3538533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B8AB7D2-AED7-38FD-DE6E-9852EF9A4849}"/>
              </a:ext>
            </a:extLst>
          </p:cNvPr>
          <p:cNvCxnSpPr>
            <a:cxnSpLocks/>
          </p:cNvCxnSpPr>
          <p:nvPr/>
        </p:nvCxnSpPr>
        <p:spPr>
          <a:xfrm flipV="1">
            <a:off x="3580486" y="590842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49AA1DC-1A84-1E81-C08C-243E9BEE952C}"/>
              </a:ext>
            </a:extLst>
          </p:cNvPr>
          <p:cNvCxnSpPr>
            <a:cxnSpLocks/>
          </p:cNvCxnSpPr>
          <p:nvPr/>
        </p:nvCxnSpPr>
        <p:spPr>
          <a:xfrm flipV="1">
            <a:off x="3762200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3876345-801B-61C9-07DA-88FCBB288601}"/>
              </a:ext>
            </a:extLst>
          </p:cNvPr>
          <p:cNvCxnSpPr>
            <a:cxnSpLocks/>
          </p:cNvCxnSpPr>
          <p:nvPr/>
        </p:nvCxnSpPr>
        <p:spPr>
          <a:xfrm flipV="1">
            <a:off x="3802307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EFC84BB-F3D5-191F-5C6E-B7CCDACAEE31}"/>
              </a:ext>
            </a:extLst>
          </p:cNvPr>
          <p:cNvCxnSpPr>
            <a:cxnSpLocks/>
          </p:cNvCxnSpPr>
          <p:nvPr/>
        </p:nvCxnSpPr>
        <p:spPr>
          <a:xfrm flipV="1">
            <a:off x="3844260" y="5908423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0BAF65F-8375-F2C1-0E74-29F2479D1041}"/>
              </a:ext>
            </a:extLst>
          </p:cNvPr>
          <p:cNvCxnSpPr>
            <a:cxnSpLocks/>
          </p:cNvCxnSpPr>
          <p:nvPr/>
        </p:nvCxnSpPr>
        <p:spPr>
          <a:xfrm flipV="1">
            <a:off x="4014246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FBB99FE-1CE3-12A4-DF27-20BB529A7CB4}"/>
              </a:ext>
            </a:extLst>
          </p:cNvPr>
          <p:cNvCxnSpPr>
            <a:cxnSpLocks/>
          </p:cNvCxnSpPr>
          <p:nvPr/>
        </p:nvCxnSpPr>
        <p:spPr>
          <a:xfrm flipV="1">
            <a:off x="4054353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7505E96-76BD-7019-3D14-EA615327EC0B}"/>
              </a:ext>
            </a:extLst>
          </p:cNvPr>
          <p:cNvCxnSpPr>
            <a:cxnSpLocks/>
          </p:cNvCxnSpPr>
          <p:nvPr/>
        </p:nvCxnSpPr>
        <p:spPr>
          <a:xfrm flipV="1">
            <a:off x="4096306" y="5908419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3DC1928-501A-7027-1901-D215AA506805}"/>
              </a:ext>
            </a:extLst>
          </p:cNvPr>
          <p:cNvGrpSpPr/>
          <p:nvPr/>
        </p:nvGrpSpPr>
        <p:grpSpPr>
          <a:xfrm>
            <a:off x="2264260" y="5867398"/>
            <a:ext cx="138976" cy="246188"/>
            <a:chOff x="2301735" y="3868613"/>
            <a:chExt cx="341819" cy="246188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293A4E5-C185-D45D-273A-45C58B397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F27750C-F537-A5BB-E139-4B63280DE9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05439DB-A494-1A7F-DB6D-5A7495C520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D9F8059-DF74-0BA2-CF96-75885BFCDC11}"/>
              </a:ext>
            </a:extLst>
          </p:cNvPr>
          <p:cNvGrpSpPr/>
          <p:nvPr/>
        </p:nvGrpSpPr>
        <p:grpSpPr>
          <a:xfrm>
            <a:off x="2510447" y="5873253"/>
            <a:ext cx="138976" cy="246188"/>
            <a:chOff x="2301735" y="3868613"/>
            <a:chExt cx="341819" cy="246188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9F5DA90-6055-F2DF-C148-3085A5CFC6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6199159-4366-CD18-E7A2-FDA744A56A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92646A8-37A2-3138-845B-DFCAD6E6E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520E19D-58AE-FDC7-EEE1-18B01B71D566}"/>
              </a:ext>
            </a:extLst>
          </p:cNvPr>
          <p:cNvGrpSpPr/>
          <p:nvPr/>
        </p:nvGrpSpPr>
        <p:grpSpPr>
          <a:xfrm>
            <a:off x="2756635" y="5867389"/>
            <a:ext cx="138976" cy="246188"/>
            <a:chOff x="2301735" y="3868613"/>
            <a:chExt cx="341819" cy="246188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B249CAA-95A0-2364-EA73-4EE884A706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F50D581-3204-C208-B213-0C890A141E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2BC7ECE-3F4F-0655-2650-B7774B8350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B41198D-14CC-089D-8ACA-434DCAF77FEE}"/>
              </a:ext>
            </a:extLst>
          </p:cNvPr>
          <p:cNvGrpSpPr/>
          <p:nvPr/>
        </p:nvGrpSpPr>
        <p:grpSpPr>
          <a:xfrm>
            <a:off x="3483471" y="5879105"/>
            <a:ext cx="138976" cy="246188"/>
            <a:chOff x="2301735" y="3868613"/>
            <a:chExt cx="341819" cy="24618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174669D-97D9-2B22-FB12-F407289511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4B8D135-BEA9-74FE-0A52-131B64BA28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9758DD5-846F-EDE3-92FE-B03B896278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CB62A72-C2F6-C809-2B2C-302948E3D82B}"/>
              </a:ext>
            </a:extLst>
          </p:cNvPr>
          <p:cNvGrpSpPr/>
          <p:nvPr/>
        </p:nvGrpSpPr>
        <p:grpSpPr>
          <a:xfrm>
            <a:off x="3747243" y="5879101"/>
            <a:ext cx="138976" cy="246188"/>
            <a:chOff x="2301735" y="3868613"/>
            <a:chExt cx="341819" cy="24618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5B6EF08D-75BF-5A24-AF6E-384C3A6EA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079F439-BD4C-5CD4-FF13-D07E84626F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1C98CFB-6AEA-BE72-F9F7-330F66CE8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11D3B7F-9AEB-CE5F-0372-3EF386AAA96C}"/>
              </a:ext>
            </a:extLst>
          </p:cNvPr>
          <p:cNvGrpSpPr/>
          <p:nvPr/>
        </p:nvGrpSpPr>
        <p:grpSpPr>
          <a:xfrm>
            <a:off x="3999294" y="5879097"/>
            <a:ext cx="138976" cy="246188"/>
            <a:chOff x="2301735" y="3868613"/>
            <a:chExt cx="341819" cy="246188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05C3A88-1395-C213-298C-849046376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DD93BF9-D393-33EE-A967-F9C2CAB962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AD8D27F-CB6A-EDA2-77D4-60B47FE8E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FBC2F24-8710-5A79-E3E6-54D3227BE8CC}"/>
              </a:ext>
            </a:extLst>
          </p:cNvPr>
          <p:cNvGrpSpPr/>
          <p:nvPr/>
        </p:nvGrpSpPr>
        <p:grpSpPr>
          <a:xfrm>
            <a:off x="2258912" y="5802928"/>
            <a:ext cx="832612" cy="310666"/>
            <a:chOff x="2284149" y="3804135"/>
            <a:chExt cx="2106792" cy="31066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628A6FE-44C4-820E-08D3-F2A1FD15B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7034F16-D573-528B-4C87-8812CBB29B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491FFB3-FB55-7726-8251-DB8F3D8EB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CECE25F-59A4-50E7-95B8-63254422B1A9}"/>
              </a:ext>
            </a:extLst>
          </p:cNvPr>
          <p:cNvGrpSpPr/>
          <p:nvPr/>
        </p:nvGrpSpPr>
        <p:grpSpPr>
          <a:xfrm>
            <a:off x="3473638" y="5802928"/>
            <a:ext cx="832612" cy="310666"/>
            <a:chOff x="2284149" y="3804135"/>
            <a:chExt cx="2106792" cy="31066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2557AA1-DEE6-E6D6-04CB-640F2D9A1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FD81420-80BA-2E87-7318-81B878CA1F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FE2B64D-AF9F-CC1F-39EB-10F47DC102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AF535F0-06A7-D4E4-5FC1-614EF7AD38F7}"/>
              </a:ext>
            </a:extLst>
          </p:cNvPr>
          <p:cNvGrpSpPr/>
          <p:nvPr/>
        </p:nvGrpSpPr>
        <p:grpSpPr>
          <a:xfrm>
            <a:off x="2237736" y="5726736"/>
            <a:ext cx="2691817" cy="380995"/>
            <a:chOff x="2284149" y="3804135"/>
            <a:chExt cx="2106792" cy="310666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5407B6D-3383-E9EC-C98F-C09D43786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4639941-27DE-E1DD-F7D5-13424DD07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CB6283-7E15-9A29-1F91-B1751910E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16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698B97C4-8A7F-169D-16B2-368C9AE6F8B0}"/>
              </a:ext>
            </a:extLst>
          </p:cNvPr>
          <p:cNvSpPr txBox="1"/>
          <p:nvPr/>
        </p:nvSpPr>
        <p:spPr>
          <a:xfrm>
            <a:off x="2358491" y="2316689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pulse_count</a:t>
            </a:r>
            <a:r>
              <a:rPr lang="en-AU" sz="10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7CAF2E0-4935-9659-DB1D-279AB1C53625}"/>
              </a:ext>
            </a:extLst>
          </p:cNvPr>
          <p:cNvSpPr txBox="1"/>
          <p:nvPr/>
        </p:nvSpPr>
        <p:spPr>
          <a:xfrm>
            <a:off x="2358490" y="24630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instance_duration</a:t>
            </a:r>
            <a:r>
              <a:rPr lang="en-AU" sz="1000" dirty="0">
                <a:solidFill>
                  <a:srgbClr val="FF0000"/>
                </a:solidFill>
              </a:rPr>
              <a:t> = 0.06 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9748CF4-EA78-2654-CCD1-B4C96E1DE347}"/>
              </a:ext>
            </a:extLst>
          </p:cNvPr>
          <p:cNvSpPr txBox="1"/>
          <p:nvPr/>
        </p:nvSpPr>
        <p:spPr>
          <a:xfrm>
            <a:off x="2359425" y="3217872"/>
            <a:ext cx="2069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E277A1E-B3E1-E113-5CBE-60532A082B76}"/>
              </a:ext>
            </a:extLst>
          </p:cNvPr>
          <p:cNvSpPr txBox="1"/>
          <p:nvPr/>
        </p:nvSpPr>
        <p:spPr>
          <a:xfrm>
            <a:off x="2359425" y="3373227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pulse_repetition_frequency</a:t>
            </a:r>
            <a:r>
              <a:rPr lang="en-AU" sz="1000" dirty="0">
                <a:solidFill>
                  <a:srgbClr val="FF0000"/>
                </a:solidFill>
              </a:rPr>
              <a:t> = 50 Hz 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E0AEBCE-A22C-BEDF-C0F5-B41B7BB3E0EE}"/>
              </a:ext>
            </a:extLst>
          </p:cNvPr>
          <p:cNvGrpSpPr/>
          <p:nvPr/>
        </p:nvGrpSpPr>
        <p:grpSpPr>
          <a:xfrm>
            <a:off x="2433104" y="3188562"/>
            <a:ext cx="591737" cy="64521"/>
            <a:chOff x="2492644" y="3165184"/>
            <a:chExt cx="591737" cy="64521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9A29B63-410E-AD0B-CBB3-BA9E3026F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CA3A326-2C47-12F8-06E7-E34672EE43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37A6244-E639-9A76-BED4-1A7DEE6D64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B5FD1BD-8E5F-FAE5-2961-09B63AD9A092}"/>
              </a:ext>
            </a:extLst>
          </p:cNvPr>
          <p:cNvGrpSpPr/>
          <p:nvPr/>
        </p:nvGrpSpPr>
        <p:grpSpPr>
          <a:xfrm>
            <a:off x="2300500" y="4774184"/>
            <a:ext cx="661770" cy="64521"/>
            <a:chOff x="2492644" y="3165184"/>
            <a:chExt cx="591737" cy="64521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F90C06A-3C7B-9044-8D27-D6F4D09A8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37EA046-24EF-F0C9-2AF2-AAF6C38A5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88DB7D7-DDBF-9C88-3103-BD44B672F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315CCC9-79EB-2EE5-F442-81B978D3857A}"/>
              </a:ext>
            </a:extLst>
          </p:cNvPr>
          <p:cNvCxnSpPr>
            <a:cxnSpLocks/>
          </p:cNvCxnSpPr>
          <p:nvPr/>
        </p:nvCxnSpPr>
        <p:spPr>
          <a:xfrm>
            <a:off x="0" y="2168773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DFB2269-2F94-13B8-60E8-FAE88C2111C0}"/>
              </a:ext>
            </a:extLst>
          </p:cNvPr>
          <p:cNvSpPr txBox="1"/>
          <p:nvPr/>
        </p:nvSpPr>
        <p:spPr>
          <a:xfrm>
            <a:off x="83635" y="169862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Layer -1</a:t>
            </a:r>
          </a:p>
          <a:p>
            <a:r>
              <a:rPr lang="en-AU" sz="1200" dirty="0"/>
              <a:t>Pulse characteristics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5433F8A6-F935-F2E6-9514-27FB44039F2A}"/>
              </a:ext>
            </a:extLst>
          </p:cNvPr>
          <p:cNvCxnSpPr>
            <a:cxnSpLocks/>
          </p:cNvCxnSpPr>
          <p:nvPr/>
        </p:nvCxnSpPr>
        <p:spPr>
          <a:xfrm>
            <a:off x="0" y="3763112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FADE163-514E-A39C-0CED-B9533AB8833A}"/>
              </a:ext>
            </a:extLst>
          </p:cNvPr>
          <p:cNvCxnSpPr>
            <a:cxnSpLocks/>
          </p:cNvCxnSpPr>
          <p:nvPr/>
        </p:nvCxnSpPr>
        <p:spPr>
          <a:xfrm>
            <a:off x="0" y="5292969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928B4F8-A057-22D0-44A0-29E08EB9B513}"/>
              </a:ext>
            </a:extLst>
          </p:cNvPr>
          <p:cNvGrpSpPr/>
          <p:nvPr/>
        </p:nvGrpSpPr>
        <p:grpSpPr>
          <a:xfrm>
            <a:off x="3091524" y="1823821"/>
            <a:ext cx="1228153" cy="64936"/>
            <a:chOff x="2492644" y="3165184"/>
            <a:chExt cx="591737" cy="64521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B92D007-6C8D-A171-898C-6182976CEE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7E95CC4-C927-3B8C-7B50-EC3570884B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F441764-FAD8-3366-FC20-5D0315B5F3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307CBBE9-E1EE-6F65-D901-BD110C607F5E}"/>
              </a:ext>
            </a:extLst>
          </p:cNvPr>
          <p:cNvSpPr txBox="1"/>
          <p:nvPr/>
        </p:nvSpPr>
        <p:spPr>
          <a:xfrm>
            <a:off x="118817" y="2644346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Layer 0</a:t>
            </a:r>
          </a:p>
          <a:p>
            <a:r>
              <a:rPr lang="en-AU" sz="1200" dirty="0">
                <a:solidFill>
                  <a:srgbClr val="FF0000"/>
                </a:solidFill>
              </a:rPr>
              <a:t>Instance [burst, train]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49D255E-6E9E-4881-8A3F-CC66359E1191}"/>
              </a:ext>
            </a:extLst>
          </p:cNvPr>
          <p:cNvSpPr txBox="1"/>
          <p:nvPr/>
        </p:nvSpPr>
        <p:spPr>
          <a:xfrm>
            <a:off x="3031984" y="1888466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pulse_duration</a:t>
            </a:r>
            <a:r>
              <a:rPr lang="en-AU" sz="1000" dirty="0"/>
              <a:t> = 2 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18094B4-A930-7862-8489-9E686A6AD597}"/>
              </a:ext>
            </a:extLst>
          </p:cNvPr>
          <p:cNvSpPr txBox="1"/>
          <p:nvPr/>
        </p:nvSpPr>
        <p:spPr>
          <a:xfrm>
            <a:off x="2786354" y="566932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‘sinusoid’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70079E4-017F-CFB4-52EF-10960ED1AB3C}"/>
              </a:ext>
            </a:extLst>
          </p:cNvPr>
          <p:cNvSpPr txBox="1"/>
          <p:nvPr/>
        </p:nvSpPr>
        <p:spPr>
          <a:xfrm>
            <a:off x="2275846" y="378366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instance_count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57AEA48-E0AF-CB04-4C00-B3BD7A855D05}"/>
              </a:ext>
            </a:extLst>
          </p:cNvPr>
          <p:cNvSpPr txBox="1"/>
          <p:nvPr/>
        </p:nvSpPr>
        <p:spPr>
          <a:xfrm>
            <a:off x="2275846" y="3924277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train_duration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0.6 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8DB4619-D0DF-D3E9-615E-7A6BC3973CA3}"/>
              </a:ext>
            </a:extLst>
          </p:cNvPr>
          <p:cNvSpPr txBox="1"/>
          <p:nvPr/>
        </p:nvSpPr>
        <p:spPr>
          <a:xfrm>
            <a:off x="2219673" y="4869365"/>
            <a:ext cx="215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instance_repetition_interval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0.2 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8987BC3-83F7-236B-7ECD-5A4BCCF46031}"/>
              </a:ext>
            </a:extLst>
          </p:cNvPr>
          <p:cNvSpPr txBox="1"/>
          <p:nvPr/>
        </p:nvSpPr>
        <p:spPr>
          <a:xfrm>
            <a:off x="2219673" y="5014593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instance_repetition_frequency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5 Hz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4040A70-4BD6-5890-C233-46B3D574C43D}"/>
              </a:ext>
            </a:extLst>
          </p:cNvPr>
          <p:cNvSpPr txBox="1"/>
          <p:nvPr/>
        </p:nvSpPr>
        <p:spPr>
          <a:xfrm>
            <a:off x="148108" y="3975174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Layer 1</a:t>
            </a:r>
          </a:p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Train [repeat]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D5BB302-B2A1-470A-A0A0-8E99D497D6F1}"/>
              </a:ext>
            </a:extLst>
          </p:cNvPr>
          <p:cNvSpPr txBox="1"/>
          <p:nvPr/>
        </p:nvSpPr>
        <p:spPr>
          <a:xfrm>
            <a:off x="158254" y="5505031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6"/>
                </a:solidFill>
              </a:rPr>
              <a:t>Layer 2</a:t>
            </a:r>
          </a:p>
          <a:p>
            <a:r>
              <a:rPr lang="en-AU" sz="1200" dirty="0">
                <a:solidFill>
                  <a:schemeClr val="accent6"/>
                </a:solidFill>
              </a:rPr>
              <a:t>Sequence [repeat2]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7FCD301-311F-08F8-3E34-E3EEA4CCA49F}"/>
              </a:ext>
            </a:extLst>
          </p:cNvPr>
          <p:cNvSpPr txBox="1"/>
          <p:nvPr/>
        </p:nvSpPr>
        <p:spPr>
          <a:xfrm>
            <a:off x="2275846" y="532965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train_count</a:t>
            </a:r>
            <a:r>
              <a:rPr lang="en-AU" sz="1000" dirty="0">
                <a:solidFill>
                  <a:schemeClr val="accent6"/>
                </a:solidFill>
              </a:rPr>
              <a:t> = 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066068B-ADA2-D4AB-2498-CCB523D30832}"/>
              </a:ext>
            </a:extLst>
          </p:cNvPr>
          <p:cNvSpPr txBox="1"/>
          <p:nvPr/>
        </p:nvSpPr>
        <p:spPr>
          <a:xfrm>
            <a:off x="2275846" y="54526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sequence_duration</a:t>
            </a:r>
            <a:r>
              <a:rPr lang="en-AU" sz="1000" dirty="0">
                <a:solidFill>
                  <a:schemeClr val="accent6"/>
                </a:solidFill>
              </a:rPr>
              <a:t> = 0.36 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B2DA0DB-B143-24AC-6E03-5B3C4F0CBADE}"/>
              </a:ext>
            </a:extLst>
          </p:cNvPr>
          <p:cNvSpPr txBox="1"/>
          <p:nvPr/>
        </p:nvSpPr>
        <p:spPr>
          <a:xfrm>
            <a:off x="2219673" y="6397776"/>
            <a:ext cx="2451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train_repetition_interval</a:t>
            </a:r>
            <a:r>
              <a:rPr lang="en-AU" sz="1000" dirty="0">
                <a:solidFill>
                  <a:schemeClr val="accent6"/>
                </a:solidFill>
              </a:rPr>
              <a:t> = 1 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E3EB757-DB6C-70A1-9A80-CAABBA5A8BBB}"/>
              </a:ext>
            </a:extLst>
          </p:cNvPr>
          <p:cNvSpPr txBox="1"/>
          <p:nvPr/>
        </p:nvSpPr>
        <p:spPr>
          <a:xfrm>
            <a:off x="2219673" y="6553131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train_repetition_frequency</a:t>
            </a:r>
            <a:r>
              <a:rPr lang="en-AU" sz="1000" dirty="0">
                <a:solidFill>
                  <a:schemeClr val="accent6"/>
                </a:solidFill>
              </a:rPr>
              <a:t> = 1 Hz 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D8EF4C3-DD02-6593-2BC1-D4F3EA4F93F7}"/>
              </a:ext>
            </a:extLst>
          </p:cNvPr>
          <p:cNvGrpSpPr/>
          <p:nvPr/>
        </p:nvGrpSpPr>
        <p:grpSpPr>
          <a:xfrm>
            <a:off x="2267915" y="6330451"/>
            <a:ext cx="1228666" cy="64521"/>
            <a:chOff x="2492644" y="3165184"/>
            <a:chExt cx="591737" cy="64521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A68EB9C-852F-FABE-7753-4A7FAE488E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54519ED-4A6F-889F-DD53-B89453A52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8DDD9DB-5B6E-CCA1-3A36-BF8FCFF09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EE5F1B5E-6909-9408-7954-538AC35633C3}"/>
              </a:ext>
            </a:extLst>
          </p:cNvPr>
          <p:cNvSpPr txBox="1"/>
          <p:nvPr/>
        </p:nvSpPr>
        <p:spPr>
          <a:xfrm>
            <a:off x="121261" y="3107558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Required: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_duration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</a:t>
            </a:r>
            <a:r>
              <a:rPr lang="en-AU" sz="1000" dirty="0" err="1">
                <a:solidFill>
                  <a:srgbClr val="FF0000"/>
                </a:solidFill>
              </a:rPr>
              <a:t>repetition_interval</a:t>
            </a:r>
            <a:endParaRPr lang="en-AU" sz="1000" dirty="0">
              <a:solidFill>
                <a:srgbClr val="FF00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F56C1E0-D445-F9C4-D4A1-63B6A8B8C2F4}"/>
              </a:ext>
            </a:extLst>
          </p:cNvPr>
          <p:cNvSpPr txBox="1"/>
          <p:nvPr/>
        </p:nvSpPr>
        <p:spPr>
          <a:xfrm>
            <a:off x="176761" y="4574946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4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_duration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</a:t>
            </a:r>
            <a:r>
              <a:rPr lang="en-AU" sz="1000" dirty="0" err="1">
                <a:solidFill>
                  <a:schemeClr val="accent4"/>
                </a:solidFill>
              </a:rPr>
              <a:t>repetition_interval</a:t>
            </a:r>
            <a:endParaRPr lang="en-AU" sz="1000" dirty="0">
              <a:solidFill>
                <a:schemeClr val="accent4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8640B03-9C48-51A1-EFE0-39311BD9C451}"/>
              </a:ext>
            </a:extLst>
          </p:cNvPr>
          <p:cNvSpPr txBox="1"/>
          <p:nvPr/>
        </p:nvSpPr>
        <p:spPr>
          <a:xfrm>
            <a:off x="176761" y="6119435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6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_duration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</a:t>
            </a:r>
            <a:r>
              <a:rPr lang="en-AU" sz="1000" dirty="0" err="1">
                <a:solidFill>
                  <a:schemeClr val="accent6"/>
                </a:solidFill>
              </a:rPr>
              <a:t>repetition_interval</a:t>
            </a:r>
            <a:endParaRPr lang="en-AU" sz="1000" dirty="0">
              <a:solidFill>
                <a:schemeClr val="accent6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956B97D-0624-28EC-40DC-33C04FC83042}"/>
              </a:ext>
            </a:extLst>
          </p:cNvPr>
          <p:cNvSpPr txBox="1"/>
          <p:nvPr/>
        </p:nvSpPr>
        <p:spPr>
          <a:xfrm>
            <a:off x="83635" y="658414"/>
            <a:ext cx="19092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Required:</a:t>
            </a:r>
          </a:p>
          <a:p>
            <a:r>
              <a:rPr lang="en-AU" sz="1000" dirty="0" err="1"/>
              <a:t>pulse_duration</a:t>
            </a:r>
            <a:endParaRPr lang="en-AU" sz="1000" dirty="0"/>
          </a:p>
          <a:p>
            <a:r>
              <a:rPr lang="en-AU" sz="1000" dirty="0" err="1"/>
              <a:t>pulse_waveform</a:t>
            </a:r>
            <a:endParaRPr lang="en-AU" sz="1000" dirty="0"/>
          </a:p>
          <a:p>
            <a:r>
              <a:rPr lang="en-AU" sz="1000" dirty="0" err="1"/>
              <a:t>pulse_peak_positive_pressure</a:t>
            </a:r>
            <a:endParaRPr lang="en-AU" sz="1000" dirty="0"/>
          </a:p>
          <a:p>
            <a:r>
              <a:rPr lang="en-AU" sz="1000" dirty="0" err="1"/>
              <a:t>pulse_peak_negative_pressure</a:t>
            </a:r>
            <a:endParaRPr lang="en-AU" sz="1000" dirty="0"/>
          </a:p>
          <a:p>
            <a:r>
              <a:rPr lang="en-AU" sz="1000" dirty="0" err="1"/>
              <a:t>pulse_operating_frequency</a:t>
            </a:r>
            <a:endParaRPr lang="en-AU" sz="1000" dirty="0"/>
          </a:p>
          <a:p>
            <a:r>
              <a:rPr lang="en-AU" sz="1000" dirty="0" err="1"/>
              <a:t>pulse_initial_phase</a:t>
            </a:r>
            <a:endParaRPr lang="en-AU" sz="1000" dirty="0"/>
          </a:p>
          <a:p>
            <a:r>
              <a:rPr lang="en-AU" sz="1000" dirty="0" err="1"/>
              <a:t>pulse_ramp_duration</a:t>
            </a:r>
            <a:endParaRPr lang="en-AU" sz="1000" dirty="0"/>
          </a:p>
          <a:p>
            <a:r>
              <a:rPr lang="en-AU" sz="1000" dirty="0" err="1"/>
              <a:t>pulse_ramp_shape</a:t>
            </a:r>
            <a:endParaRPr lang="en-AU" sz="1000" dirty="0"/>
          </a:p>
          <a:p>
            <a:endParaRPr lang="en-AU" sz="1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106E397-C082-8436-023C-3155519F1AB0}"/>
              </a:ext>
            </a:extLst>
          </p:cNvPr>
          <p:cNvSpPr txBox="1"/>
          <p:nvPr/>
        </p:nvSpPr>
        <p:spPr>
          <a:xfrm>
            <a:off x="4079683" y="231039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[</a:t>
            </a:r>
            <a:r>
              <a:rPr lang="en-AU" sz="1000" dirty="0" err="1">
                <a:solidFill>
                  <a:srgbClr val="FF0000"/>
                </a:solidFill>
              </a:rPr>
              <a:t>pulses_in_instance</a:t>
            </a:r>
            <a:r>
              <a:rPr lang="en-AU" sz="10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BB815B7-6AB0-EFEF-A2AD-A050EA0A726D}"/>
              </a:ext>
            </a:extLst>
          </p:cNvPr>
          <p:cNvSpPr txBox="1"/>
          <p:nvPr/>
        </p:nvSpPr>
        <p:spPr>
          <a:xfrm>
            <a:off x="5081954" y="35192"/>
            <a:ext cx="1818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TUS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4862CAA-3DD2-EC9C-9F95-D8E7C3B81803}"/>
              </a:ext>
            </a:extLst>
          </p:cNvPr>
          <p:cNvSpPr txBox="1"/>
          <p:nvPr/>
        </p:nvSpPr>
        <p:spPr>
          <a:xfrm>
            <a:off x="13513" y="2207657"/>
            <a:ext cx="2511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Multiple pulse timing parameters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DEA21CEF-1082-1C3A-7EB6-A08BB2B055D9}"/>
              </a:ext>
            </a:extLst>
          </p:cNvPr>
          <p:cNvSpPr txBox="1"/>
          <p:nvPr/>
        </p:nvSpPr>
        <p:spPr>
          <a:xfrm>
            <a:off x="8662528" y="993392"/>
            <a:ext cx="3392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stim_id</a:t>
            </a:r>
            <a:r>
              <a:rPr lang="en-AU" sz="1000" dirty="0"/>
              <a:t> = ‘stim1’</a:t>
            </a:r>
          </a:p>
          <a:p>
            <a:endParaRPr lang="en-AU" sz="1000" dirty="0"/>
          </a:p>
          <a:p>
            <a:r>
              <a:rPr lang="en-AU" sz="1000" i="1" dirty="0" err="1"/>
              <a:t>nibs.json</a:t>
            </a:r>
            <a:endParaRPr lang="en-AU" sz="1000" i="1" dirty="0"/>
          </a:p>
          <a:p>
            <a:r>
              <a:rPr lang="en-AU" sz="1000" dirty="0" err="1"/>
              <a:t>StimID</a:t>
            </a:r>
            <a:r>
              <a:rPr lang="en-AU" sz="1000" dirty="0"/>
              <a:t> = ‘stim1’</a:t>
            </a:r>
          </a:p>
          <a:p>
            <a:r>
              <a:rPr lang="en-AU" sz="1000" dirty="0" err="1"/>
              <a:t>StimDescription</a:t>
            </a:r>
            <a:r>
              <a:rPr lang="en-AU" sz="1000" dirty="0"/>
              <a:t> = ‘Single pulse TUS’</a:t>
            </a:r>
          </a:p>
          <a:p>
            <a:endParaRPr lang="en-AU" sz="1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F7C764-CCF6-9089-3DA9-81F6F56594F6}"/>
              </a:ext>
            </a:extLst>
          </p:cNvPr>
          <p:cNvCxnSpPr>
            <a:cxnSpLocks/>
          </p:cNvCxnSpPr>
          <p:nvPr/>
        </p:nvCxnSpPr>
        <p:spPr>
          <a:xfrm>
            <a:off x="4319677" y="1315211"/>
            <a:ext cx="6919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5A4668-37EE-801A-F362-BA559A23CD01}"/>
              </a:ext>
            </a:extLst>
          </p:cNvPr>
          <p:cNvCxnSpPr>
            <a:cxnSpLocks/>
          </p:cNvCxnSpPr>
          <p:nvPr/>
        </p:nvCxnSpPr>
        <p:spPr>
          <a:xfrm>
            <a:off x="3091524" y="926055"/>
            <a:ext cx="132437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198676-8299-6DB6-A6D8-4FEDBCE59C7A}"/>
              </a:ext>
            </a:extLst>
          </p:cNvPr>
          <p:cNvCxnSpPr>
            <a:cxnSpLocks/>
          </p:cNvCxnSpPr>
          <p:nvPr/>
        </p:nvCxnSpPr>
        <p:spPr>
          <a:xfrm>
            <a:off x="3068409" y="1682194"/>
            <a:ext cx="1303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CD5F92-4ACB-65FB-CC99-AF2878E3B2BB}"/>
              </a:ext>
            </a:extLst>
          </p:cNvPr>
          <p:cNvSpPr txBox="1"/>
          <p:nvPr/>
        </p:nvSpPr>
        <p:spPr>
          <a:xfrm>
            <a:off x="4605281" y="783766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pulse_peak_positive_pressure</a:t>
            </a:r>
            <a:endParaRPr lang="en-AU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C5580-C519-B701-ACEC-660A6E7F653B}"/>
              </a:ext>
            </a:extLst>
          </p:cNvPr>
          <p:cNvSpPr txBox="1"/>
          <p:nvPr/>
        </p:nvSpPr>
        <p:spPr>
          <a:xfrm>
            <a:off x="4576551" y="1526228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pulse_peak_negative_pressure</a:t>
            </a:r>
            <a:r>
              <a:rPr lang="en-AU" sz="1000" dirty="0"/>
              <a:t> = 720 kPa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E70DFF-EFAA-5534-A08F-A20E2EC24002}"/>
              </a:ext>
            </a:extLst>
          </p:cNvPr>
          <p:cNvSpPr txBox="1"/>
          <p:nvPr/>
        </p:nvSpPr>
        <p:spPr>
          <a:xfrm>
            <a:off x="1708892" y="88479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pulse_initial_phase</a:t>
            </a:r>
            <a:r>
              <a:rPr lang="en-AU" sz="1000" dirty="0"/>
              <a:t> = 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3E3439-CADE-D7EF-BB80-F8C277D8C642}"/>
              </a:ext>
            </a:extLst>
          </p:cNvPr>
          <p:cNvCxnSpPr>
            <a:cxnSpLocks/>
          </p:cNvCxnSpPr>
          <p:nvPr/>
        </p:nvCxnSpPr>
        <p:spPr>
          <a:xfrm>
            <a:off x="8138111" y="4507608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FFA127-6272-EDE1-0A65-731551A05ED4}"/>
              </a:ext>
            </a:extLst>
          </p:cNvPr>
          <p:cNvCxnSpPr>
            <a:cxnSpLocks/>
          </p:cNvCxnSpPr>
          <p:nvPr/>
        </p:nvCxnSpPr>
        <p:spPr>
          <a:xfrm>
            <a:off x="8104513" y="2921979"/>
            <a:ext cx="2274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6E4E9B-0EA1-2CB6-59EA-943AB8D99783}"/>
              </a:ext>
            </a:extLst>
          </p:cNvPr>
          <p:cNvCxnSpPr>
            <a:cxnSpLocks/>
          </p:cNvCxnSpPr>
          <p:nvPr/>
        </p:nvCxnSpPr>
        <p:spPr>
          <a:xfrm flipV="1">
            <a:off x="8366711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AEF90B-9B96-921F-A4A8-897347A1EE0E}"/>
              </a:ext>
            </a:extLst>
          </p:cNvPr>
          <p:cNvCxnSpPr>
            <a:cxnSpLocks/>
          </p:cNvCxnSpPr>
          <p:nvPr/>
        </p:nvCxnSpPr>
        <p:spPr>
          <a:xfrm flipV="1">
            <a:off x="8466355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8EA849-C94A-7BA3-94D5-1CA4AC98DF79}"/>
              </a:ext>
            </a:extLst>
          </p:cNvPr>
          <p:cNvCxnSpPr>
            <a:cxnSpLocks/>
          </p:cNvCxnSpPr>
          <p:nvPr/>
        </p:nvCxnSpPr>
        <p:spPr>
          <a:xfrm flipV="1">
            <a:off x="8560141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2300481-4E1F-E9C8-88E2-45D8F228114E}"/>
              </a:ext>
            </a:extLst>
          </p:cNvPr>
          <p:cNvCxnSpPr>
            <a:cxnSpLocks/>
          </p:cNvCxnSpPr>
          <p:nvPr/>
        </p:nvCxnSpPr>
        <p:spPr>
          <a:xfrm flipV="1">
            <a:off x="9039270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87B9B8-99A3-A0B8-FD7B-392899659590}"/>
              </a:ext>
            </a:extLst>
          </p:cNvPr>
          <p:cNvCxnSpPr>
            <a:cxnSpLocks/>
          </p:cNvCxnSpPr>
          <p:nvPr/>
        </p:nvCxnSpPr>
        <p:spPr>
          <a:xfrm flipV="1">
            <a:off x="9138914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07BF73-5156-D1F7-52DF-38F202107F0B}"/>
              </a:ext>
            </a:extLst>
          </p:cNvPr>
          <p:cNvCxnSpPr>
            <a:cxnSpLocks/>
          </p:cNvCxnSpPr>
          <p:nvPr/>
        </p:nvCxnSpPr>
        <p:spPr>
          <a:xfrm flipV="1">
            <a:off x="9232700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D386217-4339-304D-748E-CC076B19099E}"/>
              </a:ext>
            </a:extLst>
          </p:cNvPr>
          <p:cNvCxnSpPr>
            <a:cxnSpLocks/>
          </p:cNvCxnSpPr>
          <p:nvPr/>
        </p:nvCxnSpPr>
        <p:spPr>
          <a:xfrm flipV="1">
            <a:off x="9689901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6B6A2BF-1981-0E61-94D1-E6390A5B305B}"/>
              </a:ext>
            </a:extLst>
          </p:cNvPr>
          <p:cNvCxnSpPr>
            <a:cxnSpLocks/>
          </p:cNvCxnSpPr>
          <p:nvPr/>
        </p:nvCxnSpPr>
        <p:spPr>
          <a:xfrm flipV="1">
            <a:off x="9789545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14AB01C-8EBB-B04F-7193-A61AB7786EDF}"/>
              </a:ext>
            </a:extLst>
          </p:cNvPr>
          <p:cNvCxnSpPr>
            <a:cxnSpLocks/>
          </p:cNvCxnSpPr>
          <p:nvPr/>
        </p:nvCxnSpPr>
        <p:spPr>
          <a:xfrm flipV="1">
            <a:off x="9883331" y="429659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310DAA-6CC7-11AB-7E71-140C16D182DC}"/>
              </a:ext>
            </a:extLst>
          </p:cNvPr>
          <p:cNvCxnSpPr>
            <a:cxnSpLocks/>
          </p:cNvCxnSpPr>
          <p:nvPr/>
        </p:nvCxnSpPr>
        <p:spPr>
          <a:xfrm flipV="1">
            <a:off x="8489526" y="2675791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4E833FF-2917-351E-E982-1D27D0487B49}"/>
              </a:ext>
            </a:extLst>
          </p:cNvPr>
          <p:cNvCxnSpPr>
            <a:cxnSpLocks/>
          </p:cNvCxnSpPr>
          <p:nvPr/>
        </p:nvCxnSpPr>
        <p:spPr>
          <a:xfrm flipH="1">
            <a:off x="8488877" y="2675791"/>
            <a:ext cx="1680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3D4AB73-4569-EEA6-CC92-C32826DD5941}"/>
              </a:ext>
            </a:extLst>
          </p:cNvPr>
          <p:cNvCxnSpPr>
            <a:cxnSpLocks/>
          </p:cNvCxnSpPr>
          <p:nvPr/>
        </p:nvCxnSpPr>
        <p:spPr>
          <a:xfrm flipV="1">
            <a:off x="10175486" y="2675791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765C66C-58BD-8CE1-CF60-3C0C77C8F13C}"/>
              </a:ext>
            </a:extLst>
          </p:cNvPr>
          <p:cNvGrpSpPr/>
          <p:nvPr/>
        </p:nvGrpSpPr>
        <p:grpSpPr>
          <a:xfrm>
            <a:off x="8349125" y="4261420"/>
            <a:ext cx="341819" cy="246188"/>
            <a:chOff x="2301735" y="3868613"/>
            <a:chExt cx="341819" cy="246188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3A31781-0E5A-E713-FE8D-32D2AEEE6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BA5CF99-1E36-CBDE-7EDF-E3B1C6BB5C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53ADFF8-70C8-2B22-C856-112172836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C907A19-E249-CB31-D7E1-37E4D2286C46}"/>
              </a:ext>
            </a:extLst>
          </p:cNvPr>
          <p:cNvGrpSpPr/>
          <p:nvPr/>
        </p:nvGrpSpPr>
        <p:grpSpPr>
          <a:xfrm>
            <a:off x="9017879" y="4261420"/>
            <a:ext cx="341819" cy="246188"/>
            <a:chOff x="2301735" y="3868613"/>
            <a:chExt cx="341819" cy="246188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755B231-34EE-A417-7A58-BB7E79660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52B41DA-FAF8-21F4-A814-4B547419CC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0621B70-B73E-0931-1A7E-C16E1DFF3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1B84023-2446-AD8D-AA1D-5DC8E5F8F7D3}"/>
              </a:ext>
            </a:extLst>
          </p:cNvPr>
          <p:cNvGrpSpPr/>
          <p:nvPr/>
        </p:nvGrpSpPr>
        <p:grpSpPr>
          <a:xfrm>
            <a:off x="9668513" y="4267278"/>
            <a:ext cx="341819" cy="246188"/>
            <a:chOff x="2301735" y="3868613"/>
            <a:chExt cx="341819" cy="246188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26AD114-53D4-11C4-91BB-A7499FB97A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687DDAD0-E520-331F-B4FD-08254631A4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BBB4F20-17E1-AE29-0532-C83B82FA64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B750671-8E1C-23E9-B0AD-5C8072C7989A}"/>
              </a:ext>
            </a:extLst>
          </p:cNvPr>
          <p:cNvGrpSpPr/>
          <p:nvPr/>
        </p:nvGrpSpPr>
        <p:grpSpPr>
          <a:xfrm>
            <a:off x="8331539" y="4196942"/>
            <a:ext cx="2106792" cy="310666"/>
            <a:chOff x="2284149" y="3804135"/>
            <a:chExt cx="2106792" cy="310666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2FE32CB-FFEF-52BB-0499-2D1B8B5D7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37D22BA-78B1-6230-D122-2B5F0A1379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8F8D89EB-3ED5-9EFC-4991-029F83F48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D88906F-1340-EB54-44DA-E08A1EAC605F}"/>
              </a:ext>
            </a:extLst>
          </p:cNvPr>
          <p:cNvCxnSpPr>
            <a:cxnSpLocks/>
          </p:cNvCxnSpPr>
          <p:nvPr/>
        </p:nvCxnSpPr>
        <p:spPr>
          <a:xfrm>
            <a:off x="8138111" y="6052122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2CFA9B4-A266-3F85-14D1-813BE0F28B63}"/>
              </a:ext>
            </a:extLst>
          </p:cNvPr>
          <p:cNvCxnSpPr>
            <a:cxnSpLocks/>
          </p:cNvCxnSpPr>
          <p:nvPr/>
        </p:nvCxnSpPr>
        <p:spPr>
          <a:xfrm flipV="1">
            <a:off x="8326604" y="5841106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64DB551-1912-BFE5-9481-2DB74C170836}"/>
              </a:ext>
            </a:extLst>
          </p:cNvPr>
          <p:cNvCxnSpPr>
            <a:cxnSpLocks/>
          </p:cNvCxnSpPr>
          <p:nvPr/>
        </p:nvCxnSpPr>
        <p:spPr>
          <a:xfrm flipV="1">
            <a:off x="8366711" y="5841106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13B96D2-1517-187D-6396-C86DEDA1E54A}"/>
              </a:ext>
            </a:extLst>
          </p:cNvPr>
          <p:cNvCxnSpPr>
            <a:cxnSpLocks/>
          </p:cNvCxnSpPr>
          <p:nvPr/>
        </p:nvCxnSpPr>
        <p:spPr>
          <a:xfrm flipV="1">
            <a:off x="8408664" y="5841106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44279D1-89E5-39DF-2F3E-5AB2ED2A70DB}"/>
              </a:ext>
            </a:extLst>
          </p:cNvPr>
          <p:cNvCxnSpPr>
            <a:cxnSpLocks/>
          </p:cNvCxnSpPr>
          <p:nvPr/>
        </p:nvCxnSpPr>
        <p:spPr>
          <a:xfrm flipV="1">
            <a:off x="8572796" y="584696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FD7CECF-BB46-6D30-FB89-30849BC27B45}"/>
              </a:ext>
            </a:extLst>
          </p:cNvPr>
          <p:cNvCxnSpPr>
            <a:cxnSpLocks/>
          </p:cNvCxnSpPr>
          <p:nvPr/>
        </p:nvCxnSpPr>
        <p:spPr>
          <a:xfrm flipV="1">
            <a:off x="8612903" y="584696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C63F6E0-DB33-8742-3A87-4211F088084C}"/>
              </a:ext>
            </a:extLst>
          </p:cNvPr>
          <p:cNvCxnSpPr>
            <a:cxnSpLocks/>
          </p:cNvCxnSpPr>
          <p:nvPr/>
        </p:nvCxnSpPr>
        <p:spPr>
          <a:xfrm flipV="1">
            <a:off x="8654856" y="5846962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2645C070-0092-DCD8-A657-51723E4F2052}"/>
              </a:ext>
            </a:extLst>
          </p:cNvPr>
          <p:cNvCxnSpPr>
            <a:cxnSpLocks/>
          </p:cNvCxnSpPr>
          <p:nvPr/>
        </p:nvCxnSpPr>
        <p:spPr>
          <a:xfrm flipV="1">
            <a:off x="8818980" y="5846956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E1699EE-457A-E77F-53CC-E8147B0DFEB2}"/>
              </a:ext>
            </a:extLst>
          </p:cNvPr>
          <p:cNvCxnSpPr>
            <a:cxnSpLocks/>
          </p:cNvCxnSpPr>
          <p:nvPr/>
        </p:nvCxnSpPr>
        <p:spPr>
          <a:xfrm flipV="1">
            <a:off x="8859087" y="5846956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16D357F7-40FF-A5B6-4471-6C0AD3380991}"/>
              </a:ext>
            </a:extLst>
          </p:cNvPr>
          <p:cNvCxnSpPr>
            <a:cxnSpLocks/>
          </p:cNvCxnSpPr>
          <p:nvPr/>
        </p:nvCxnSpPr>
        <p:spPr>
          <a:xfrm flipV="1">
            <a:off x="8901040" y="5846956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675A9A5-ED20-029F-C400-349A66446899}"/>
              </a:ext>
            </a:extLst>
          </p:cNvPr>
          <p:cNvCxnSpPr>
            <a:cxnSpLocks/>
          </p:cNvCxnSpPr>
          <p:nvPr/>
        </p:nvCxnSpPr>
        <p:spPr>
          <a:xfrm flipV="1">
            <a:off x="9545816" y="584109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2B24E977-60D6-A1B2-D392-F024595E19EF}"/>
              </a:ext>
            </a:extLst>
          </p:cNvPr>
          <p:cNvCxnSpPr>
            <a:cxnSpLocks/>
          </p:cNvCxnSpPr>
          <p:nvPr/>
        </p:nvCxnSpPr>
        <p:spPr>
          <a:xfrm flipV="1">
            <a:off x="9585923" y="584109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8D198317-B4CC-6808-1E61-C471BDA2558D}"/>
              </a:ext>
            </a:extLst>
          </p:cNvPr>
          <p:cNvCxnSpPr>
            <a:cxnSpLocks/>
          </p:cNvCxnSpPr>
          <p:nvPr/>
        </p:nvCxnSpPr>
        <p:spPr>
          <a:xfrm flipV="1">
            <a:off x="9627876" y="584109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805053D-754C-19B0-247B-9844D274CEC8}"/>
              </a:ext>
            </a:extLst>
          </p:cNvPr>
          <p:cNvCxnSpPr>
            <a:cxnSpLocks/>
          </p:cNvCxnSpPr>
          <p:nvPr/>
        </p:nvCxnSpPr>
        <p:spPr>
          <a:xfrm flipV="1">
            <a:off x="9809590" y="5841085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0DF5FE6F-806C-3E41-4941-8C0E43D19BD3}"/>
              </a:ext>
            </a:extLst>
          </p:cNvPr>
          <p:cNvCxnSpPr>
            <a:cxnSpLocks/>
          </p:cNvCxnSpPr>
          <p:nvPr/>
        </p:nvCxnSpPr>
        <p:spPr>
          <a:xfrm flipV="1">
            <a:off x="9849697" y="5841085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1E4C665-85B0-0A6D-2E8C-985285A9941F}"/>
              </a:ext>
            </a:extLst>
          </p:cNvPr>
          <p:cNvCxnSpPr>
            <a:cxnSpLocks/>
          </p:cNvCxnSpPr>
          <p:nvPr/>
        </p:nvCxnSpPr>
        <p:spPr>
          <a:xfrm flipV="1">
            <a:off x="9891650" y="5841085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24C9063-BE9E-7D68-882E-20EA907096C3}"/>
              </a:ext>
            </a:extLst>
          </p:cNvPr>
          <p:cNvCxnSpPr>
            <a:cxnSpLocks/>
          </p:cNvCxnSpPr>
          <p:nvPr/>
        </p:nvCxnSpPr>
        <p:spPr>
          <a:xfrm flipV="1">
            <a:off x="10061636" y="584108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4F8B6CCF-10F4-6765-A53D-F05EFEA390D7}"/>
              </a:ext>
            </a:extLst>
          </p:cNvPr>
          <p:cNvCxnSpPr>
            <a:cxnSpLocks/>
          </p:cNvCxnSpPr>
          <p:nvPr/>
        </p:nvCxnSpPr>
        <p:spPr>
          <a:xfrm flipV="1">
            <a:off x="10101743" y="584108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62CB92C9-AC80-10ED-C5CD-361A75049482}"/>
              </a:ext>
            </a:extLst>
          </p:cNvPr>
          <p:cNvCxnSpPr>
            <a:cxnSpLocks/>
          </p:cNvCxnSpPr>
          <p:nvPr/>
        </p:nvCxnSpPr>
        <p:spPr>
          <a:xfrm flipV="1">
            <a:off x="10143696" y="5841081"/>
            <a:ext cx="0" cy="422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309C2D1-6088-B008-6ACB-CD1708A5EAFA}"/>
              </a:ext>
            </a:extLst>
          </p:cNvPr>
          <p:cNvGrpSpPr/>
          <p:nvPr/>
        </p:nvGrpSpPr>
        <p:grpSpPr>
          <a:xfrm>
            <a:off x="8311650" y="5800060"/>
            <a:ext cx="138976" cy="246188"/>
            <a:chOff x="2301735" y="3868613"/>
            <a:chExt cx="341819" cy="246188"/>
          </a:xfrm>
        </p:grpSpPr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204CD60-41C3-1480-6B80-EC2994CDF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2BE0E193-8261-D173-C3D8-A37A9AA04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FD3BBFEC-A8AD-F27F-3AC1-2741D86FC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D7421A5-99DA-37D4-17AD-B9773C0A3418}"/>
              </a:ext>
            </a:extLst>
          </p:cNvPr>
          <p:cNvGrpSpPr/>
          <p:nvPr/>
        </p:nvGrpSpPr>
        <p:grpSpPr>
          <a:xfrm>
            <a:off x="8557837" y="5805915"/>
            <a:ext cx="138976" cy="246188"/>
            <a:chOff x="2301735" y="3868613"/>
            <a:chExt cx="341819" cy="246188"/>
          </a:xfrm>
        </p:grpSpPr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44949370-C7DD-D26E-9482-CFC3AF5D7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DFC4AEA-574E-741A-FD84-240968EB0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E9701882-2285-36A7-E000-D65135B81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3346DE5-C8C4-2327-9F54-1C7D6968834A}"/>
              </a:ext>
            </a:extLst>
          </p:cNvPr>
          <p:cNvGrpSpPr/>
          <p:nvPr/>
        </p:nvGrpSpPr>
        <p:grpSpPr>
          <a:xfrm>
            <a:off x="8804025" y="5800051"/>
            <a:ext cx="138976" cy="246188"/>
            <a:chOff x="2301735" y="3868613"/>
            <a:chExt cx="341819" cy="246188"/>
          </a:xfrm>
        </p:grpSpPr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B19C5BCF-9463-9C2E-0C8D-3ED2B0C95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A6B99BE-A4DD-21DF-5452-AF26B1A4F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1B2ADE83-3094-ACBE-B006-55F24E889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D540ECC-A005-B739-3A30-2D758199007E}"/>
              </a:ext>
            </a:extLst>
          </p:cNvPr>
          <p:cNvGrpSpPr/>
          <p:nvPr/>
        </p:nvGrpSpPr>
        <p:grpSpPr>
          <a:xfrm>
            <a:off x="9530861" y="5811767"/>
            <a:ext cx="138976" cy="246188"/>
            <a:chOff x="2301735" y="3868613"/>
            <a:chExt cx="341819" cy="246188"/>
          </a:xfrm>
        </p:grpSpPr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D3B6F0C-8CD3-3FA7-DB99-F81E71E1C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F55C9FC-2ACE-D71B-80A5-71A214AE3C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7EF7620-513C-B298-4AE9-A737FCE26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CF5197B-14B3-A9C7-CF22-2B47117A088F}"/>
              </a:ext>
            </a:extLst>
          </p:cNvPr>
          <p:cNvGrpSpPr/>
          <p:nvPr/>
        </p:nvGrpSpPr>
        <p:grpSpPr>
          <a:xfrm>
            <a:off x="9794633" y="5811763"/>
            <a:ext cx="138976" cy="246188"/>
            <a:chOff x="2301735" y="3868613"/>
            <a:chExt cx="341819" cy="246188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C764D0A2-B2E8-8F22-3BB2-62A7A5FF7D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CA55729B-A89A-4096-67B2-2367E6F4E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C9CF3F79-4BAC-149D-9714-6DDC17B07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4543CF3-1086-C2A8-61DB-9DE132DC8176}"/>
              </a:ext>
            </a:extLst>
          </p:cNvPr>
          <p:cNvGrpSpPr/>
          <p:nvPr/>
        </p:nvGrpSpPr>
        <p:grpSpPr>
          <a:xfrm>
            <a:off x="10046684" y="5811759"/>
            <a:ext cx="138976" cy="246188"/>
            <a:chOff x="2301735" y="3868613"/>
            <a:chExt cx="341819" cy="246188"/>
          </a:xfrm>
        </p:grpSpPr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EA9A4F65-B28F-33C8-2D6A-CE9B68DBEF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397247D9-D08E-4E29-9601-17E54DC28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9BDBCC35-050C-72E8-DE19-A801C26846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5837E80-4E78-A038-5FC9-95C822FD1F77}"/>
              </a:ext>
            </a:extLst>
          </p:cNvPr>
          <p:cNvGrpSpPr/>
          <p:nvPr/>
        </p:nvGrpSpPr>
        <p:grpSpPr>
          <a:xfrm>
            <a:off x="8306302" y="5735590"/>
            <a:ext cx="832612" cy="310666"/>
            <a:chOff x="2284149" y="3804135"/>
            <a:chExt cx="2106792" cy="310666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7515C75-ACB5-7762-2CBE-4B0901FB17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39C0E163-265F-436F-CB8E-AD16EE48E1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668A998-94A5-958D-FD23-D058BB502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E4CFAE10-EB0A-592F-00AC-F2F260AD4212}"/>
              </a:ext>
            </a:extLst>
          </p:cNvPr>
          <p:cNvGrpSpPr/>
          <p:nvPr/>
        </p:nvGrpSpPr>
        <p:grpSpPr>
          <a:xfrm>
            <a:off x="9521028" y="5735590"/>
            <a:ext cx="832612" cy="310666"/>
            <a:chOff x="2284149" y="3804135"/>
            <a:chExt cx="2106792" cy="310666"/>
          </a:xfrm>
        </p:grpSpPr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E603E97-1912-687A-CD73-4AD780145C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4586F977-FA8F-ACD2-4E44-0E7C80260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F14FFFE-BA4E-8858-32BC-9844DD200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E362EC2-FDDE-2DB1-E10E-EFD2CDF43E6D}"/>
              </a:ext>
            </a:extLst>
          </p:cNvPr>
          <p:cNvGrpSpPr/>
          <p:nvPr/>
        </p:nvGrpSpPr>
        <p:grpSpPr>
          <a:xfrm>
            <a:off x="8285126" y="5659398"/>
            <a:ext cx="2691817" cy="380995"/>
            <a:chOff x="2284149" y="3804135"/>
            <a:chExt cx="2106792" cy="310666"/>
          </a:xfrm>
        </p:grpSpPr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455B322-65F0-D5EE-6DC2-F2D542C60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4E767635-3542-D2AB-78E9-48891F0614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780BECDA-7BB6-71FA-2011-65E6C62AEC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16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TextBox 259">
            <a:extLst>
              <a:ext uri="{FF2B5EF4-FFF2-40B4-BE49-F238E27FC236}">
                <a16:creationId xmlns:a16="http://schemas.microsoft.com/office/drawing/2014/main" id="{C6ABE930-BCAA-F4A2-221B-68845FFD844B}"/>
              </a:ext>
            </a:extLst>
          </p:cNvPr>
          <p:cNvSpPr txBox="1"/>
          <p:nvPr/>
        </p:nvSpPr>
        <p:spPr>
          <a:xfrm>
            <a:off x="8386288" y="238520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pulse_train_duration</a:t>
            </a:r>
            <a:r>
              <a:rPr lang="en-AU" sz="1000" dirty="0">
                <a:solidFill>
                  <a:srgbClr val="FF0000"/>
                </a:solidFill>
              </a:rPr>
              <a:t> = 0.06 s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5AEDA30-B432-AAE2-98B0-CB6275F8CFF8}"/>
              </a:ext>
            </a:extLst>
          </p:cNvPr>
          <p:cNvSpPr txBox="1"/>
          <p:nvPr/>
        </p:nvSpPr>
        <p:spPr>
          <a:xfrm>
            <a:off x="8406815" y="3150534"/>
            <a:ext cx="2658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03DF0CF-4562-CAD4-AC89-DB2F6904EF2C}"/>
              </a:ext>
            </a:extLst>
          </p:cNvPr>
          <p:cNvSpPr txBox="1"/>
          <p:nvPr/>
        </p:nvSpPr>
        <p:spPr>
          <a:xfrm>
            <a:off x="8406815" y="3305889"/>
            <a:ext cx="2601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pulse_repetition_frequency</a:t>
            </a:r>
            <a:r>
              <a:rPr lang="en-AU" sz="1000" dirty="0">
                <a:solidFill>
                  <a:srgbClr val="FF0000"/>
                </a:solidFill>
              </a:rPr>
              <a:t> = 50 Hz </a:t>
            </a:r>
          </a:p>
        </p:txBody>
      </p: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B774806C-E687-AB7A-EDA3-BBB5E8350015}"/>
              </a:ext>
            </a:extLst>
          </p:cNvPr>
          <p:cNvGrpSpPr/>
          <p:nvPr/>
        </p:nvGrpSpPr>
        <p:grpSpPr>
          <a:xfrm>
            <a:off x="8480494" y="3121224"/>
            <a:ext cx="591737" cy="64521"/>
            <a:chOff x="2492644" y="3165184"/>
            <a:chExt cx="591737" cy="64521"/>
          </a:xfrm>
        </p:grpSpPr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D5736FD4-04D4-BA76-5E56-3D6AF8CB1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18160F40-C474-2C50-EAFE-7ED416FF20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D89933ED-E459-B1B3-C700-486D50242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FA422ED-F3E0-3804-602C-0356EB2F63EE}"/>
              </a:ext>
            </a:extLst>
          </p:cNvPr>
          <p:cNvGrpSpPr/>
          <p:nvPr/>
        </p:nvGrpSpPr>
        <p:grpSpPr>
          <a:xfrm>
            <a:off x="8347890" y="4706846"/>
            <a:ext cx="661770" cy="64521"/>
            <a:chOff x="2492644" y="3165184"/>
            <a:chExt cx="591737" cy="64521"/>
          </a:xfrm>
        </p:grpSpPr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75BE5B26-51E1-3089-013A-C6D9529694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9A58BF43-267C-4061-6828-AD8EFD84A0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F941DC38-F9A2-5D27-AD7F-8ACABB8695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TextBox 270">
            <a:extLst>
              <a:ext uri="{FF2B5EF4-FFF2-40B4-BE49-F238E27FC236}">
                <a16:creationId xmlns:a16="http://schemas.microsoft.com/office/drawing/2014/main" id="{D19D97F1-3AA9-8905-F7AA-CD238BF9B85E}"/>
              </a:ext>
            </a:extLst>
          </p:cNvPr>
          <p:cNvSpPr txBox="1"/>
          <p:nvPr/>
        </p:nvSpPr>
        <p:spPr>
          <a:xfrm>
            <a:off x="5826800" y="2570333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Layer 0</a:t>
            </a:r>
          </a:p>
          <a:p>
            <a:r>
              <a:rPr lang="en-AU" sz="1200" dirty="0">
                <a:solidFill>
                  <a:srgbClr val="FF0000"/>
                </a:solidFill>
              </a:rPr>
              <a:t>Pulse Train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29DEF82F-194F-5DC0-308E-882032B4F112}"/>
              </a:ext>
            </a:extLst>
          </p:cNvPr>
          <p:cNvSpPr txBox="1"/>
          <p:nvPr/>
        </p:nvSpPr>
        <p:spPr>
          <a:xfrm>
            <a:off x="8323236" y="3856939"/>
            <a:ext cx="22040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pulse_train_repeat_duration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0.6 s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B8319031-B027-7D11-7B22-01B57A3738EF}"/>
              </a:ext>
            </a:extLst>
          </p:cNvPr>
          <p:cNvSpPr txBox="1"/>
          <p:nvPr/>
        </p:nvSpPr>
        <p:spPr>
          <a:xfrm>
            <a:off x="8267062" y="4802027"/>
            <a:ext cx="2735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pulse_train_repetition_interval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0.2 s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D974255D-352A-FFFA-2218-A33DB745E719}"/>
              </a:ext>
            </a:extLst>
          </p:cNvPr>
          <p:cNvSpPr txBox="1"/>
          <p:nvPr/>
        </p:nvSpPr>
        <p:spPr>
          <a:xfrm>
            <a:off x="8267063" y="4947255"/>
            <a:ext cx="2863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pulse_train_repetition_frequency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5 Hz 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7E4387E2-312C-25D5-480F-2FA3789F177C}"/>
              </a:ext>
            </a:extLst>
          </p:cNvPr>
          <p:cNvSpPr txBox="1"/>
          <p:nvPr/>
        </p:nvSpPr>
        <p:spPr>
          <a:xfrm>
            <a:off x="5852090" y="3902265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Layer 1</a:t>
            </a:r>
          </a:p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Pulse Train Repeat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92EE333-3490-53E8-33CF-8CA9C77E820F}"/>
              </a:ext>
            </a:extLst>
          </p:cNvPr>
          <p:cNvSpPr txBox="1"/>
          <p:nvPr/>
        </p:nvSpPr>
        <p:spPr>
          <a:xfrm>
            <a:off x="5793475" y="5344965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6"/>
                </a:solidFill>
              </a:rPr>
              <a:t>Layer 2</a:t>
            </a:r>
          </a:p>
          <a:p>
            <a:r>
              <a:rPr lang="en-AU" sz="1200" dirty="0">
                <a:solidFill>
                  <a:schemeClr val="accent6"/>
                </a:solidFill>
              </a:rPr>
              <a:t>Repeat2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54E2C25-09F5-F1C0-B0FE-47CEBB2F7043}"/>
              </a:ext>
            </a:extLst>
          </p:cNvPr>
          <p:cNvSpPr txBox="1"/>
          <p:nvPr/>
        </p:nvSpPr>
        <p:spPr>
          <a:xfrm>
            <a:off x="8323236" y="5385350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6"/>
                </a:solidFill>
              </a:rPr>
              <a:t>repeat2_duration = 0.36 s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3F59398F-DDBF-7822-F929-9F668F36B02E}"/>
              </a:ext>
            </a:extLst>
          </p:cNvPr>
          <p:cNvSpPr txBox="1"/>
          <p:nvPr/>
        </p:nvSpPr>
        <p:spPr>
          <a:xfrm>
            <a:off x="8267063" y="6330438"/>
            <a:ext cx="3127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pulse_train_repeat_repetition_interval</a:t>
            </a:r>
            <a:r>
              <a:rPr lang="en-AU" sz="1000" dirty="0">
                <a:solidFill>
                  <a:schemeClr val="accent6"/>
                </a:solidFill>
              </a:rPr>
              <a:t> = 1 s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5E4FF2F1-263D-84B9-9F6C-87328533C464}"/>
              </a:ext>
            </a:extLst>
          </p:cNvPr>
          <p:cNvSpPr txBox="1"/>
          <p:nvPr/>
        </p:nvSpPr>
        <p:spPr>
          <a:xfrm>
            <a:off x="8267063" y="6485793"/>
            <a:ext cx="28698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pulse_train_repeat_repetition_frequency</a:t>
            </a:r>
            <a:r>
              <a:rPr lang="en-AU" sz="1000" dirty="0">
                <a:solidFill>
                  <a:schemeClr val="accent6"/>
                </a:solidFill>
              </a:rPr>
              <a:t> = 1 Hz </a:t>
            </a: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DE12B97-DEA6-E350-1E5A-3A62C69AB1E1}"/>
              </a:ext>
            </a:extLst>
          </p:cNvPr>
          <p:cNvGrpSpPr/>
          <p:nvPr/>
        </p:nvGrpSpPr>
        <p:grpSpPr>
          <a:xfrm>
            <a:off x="8315305" y="6263113"/>
            <a:ext cx="1228666" cy="64521"/>
            <a:chOff x="2492644" y="3165184"/>
            <a:chExt cx="591737" cy="64521"/>
          </a:xfrm>
        </p:grpSpPr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D397FF01-F30A-5885-5133-2563766EB5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9CBC85C9-19D3-2EE5-DC61-783ACF13B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D126ACF-511A-E1D3-9D3D-319E4DD70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B4AEC1A4-E60C-B289-E434-FFDC4812B1F8}"/>
              </a:ext>
            </a:extLst>
          </p:cNvPr>
          <p:cNvSpPr txBox="1"/>
          <p:nvPr/>
        </p:nvSpPr>
        <p:spPr>
          <a:xfrm>
            <a:off x="5829243" y="3033545"/>
            <a:ext cx="15948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Required:</a:t>
            </a:r>
          </a:p>
          <a:p>
            <a:r>
              <a:rPr lang="en-AU" sz="1000" dirty="0" err="1">
                <a:solidFill>
                  <a:srgbClr val="FF0000"/>
                </a:solidFill>
              </a:rPr>
              <a:t>pulse_train_duration</a:t>
            </a:r>
            <a:endParaRPr lang="en-AU" sz="1000" dirty="0">
              <a:solidFill>
                <a:srgbClr val="FF0000"/>
              </a:solidFill>
            </a:endParaRPr>
          </a:p>
          <a:p>
            <a:r>
              <a:rPr lang="en-AU" sz="1000" dirty="0" err="1">
                <a:solidFill>
                  <a:srgbClr val="FF0000"/>
                </a:solidFill>
              </a:rPr>
              <a:t>pulse_repetition_interval</a:t>
            </a:r>
            <a:endParaRPr lang="en-AU" sz="1000" dirty="0">
              <a:solidFill>
                <a:srgbClr val="FF0000"/>
              </a:solidFill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29965AD4-6D3A-E9CF-7AD5-5F7524025EBD}"/>
              </a:ext>
            </a:extLst>
          </p:cNvPr>
          <p:cNvSpPr txBox="1"/>
          <p:nvPr/>
        </p:nvSpPr>
        <p:spPr>
          <a:xfrm>
            <a:off x="5861719" y="4487571"/>
            <a:ext cx="2276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4"/>
                </a:solidFill>
              </a:rPr>
              <a:t>Required:</a:t>
            </a:r>
          </a:p>
          <a:p>
            <a:r>
              <a:rPr lang="en-AU" sz="1000" dirty="0" err="1">
                <a:solidFill>
                  <a:schemeClr val="accent4"/>
                </a:solidFill>
              </a:rPr>
              <a:t>pulse_train_repeat_duration</a:t>
            </a:r>
            <a:endParaRPr lang="en-AU" sz="1000" dirty="0">
              <a:solidFill>
                <a:schemeClr val="accent4"/>
              </a:solidFill>
            </a:endParaRPr>
          </a:p>
          <a:p>
            <a:r>
              <a:rPr lang="en-AU" sz="1000" dirty="0" err="1">
                <a:solidFill>
                  <a:schemeClr val="accent4"/>
                </a:solidFill>
              </a:rPr>
              <a:t>pulse_train_repetition_interval</a:t>
            </a:r>
            <a:endParaRPr lang="en-AU" sz="1000" dirty="0">
              <a:solidFill>
                <a:schemeClr val="accent4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9E11D663-6D1C-69CF-0C5A-8088B15460F8}"/>
              </a:ext>
            </a:extLst>
          </p:cNvPr>
          <p:cNvSpPr txBox="1"/>
          <p:nvPr/>
        </p:nvSpPr>
        <p:spPr>
          <a:xfrm>
            <a:off x="5808795" y="5908419"/>
            <a:ext cx="22868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6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repeat2_duration</a:t>
            </a:r>
          </a:p>
          <a:p>
            <a:r>
              <a:rPr lang="en-AU" sz="1000" dirty="0" err="1">
                <a:solidFill>
                  <a:schemeClr val="accent6"/>
                </a:solidFill>
              </a:rPr>
              <a:t>pulse_train_repeat_repetition_interval</a:t>
            </a:r>
            <a:endParaRPr lang="en-AU" sz="1000" dirty="0">
              <a:solidFill>
                <a:schemeClr val="accent6"/>
              </a:solidFill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437C4E5-469B-0379-B4AF-B1EA6C99551E}"/>
              </a:ext>
            </a:extLst>
          </p:cNvPr>
          <p:cNvSpPr txBox="1"/>
          <p:nvPr/>
        </p:nvSpPr>
        <p:spPr>
          <a:xfrm>
            <a:off x="6096000" y="2217808"/>
            <a:ext cx="2511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ITRUSST parameters</a:t>
            </a: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A42D5677-1B09-1EF9-F5B3-9FABC7C7389F}"/>
              </a:ext>
            </a:extLst>
          </p:cNvPr>
          <p:cNvCxnSpPr>
            <a:cxnSpLocks/>
          </p:cNvCxnSpPr>
          <p:nvPr/>
        </p:nvCxnSpPr>
        <p:spPr>
          <a:xfrm flipH="1" flipV="1">
            <a:off x="5738180" y="2164146"/>
            <a:ext cx="13506" cy="4686923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DC32FFF-4E84-1FF1-D206-2D4228BD1DE8}"/>
              </a:ext>
            </a:extLst>
          </p:cNvPr>
          <p:cNvSpPr txBox="1"/>
          <p:nvPr/>
        </p:nvSpPr>
        <p:spPr>
          <a:xfrm>
            <a:off x="8386288" y="2246257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pulse_count</a:t>
            </a:r>
            <a:r>
              <a:rPr lang="en-AU" sz="10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2551E-9401-B64E-352C-40F1E2F1E884}"/>
              </a:ext>
            </a:extLst>
          </p:cNvPr>
          <p:cNvSpPr txBox="1"/>
          <p:nvPr/>
        </p:nvSpPr>
        <p:spPr>
          <a:xfrm>
            <a:off x="5062717" y="1118843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pulse_operating_frequency</a:t>
            </a:r>
            <a:r>
              <a:rPr lang="en-AU" sz="1000" dirty="0"/>
              <a:t>= 270 kHz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C9DE9-6082-7FF2-6EFD-A7A6B829A696}"/>
              </a:ext>
            </a:extLst>
          </p:cNvPr>
          <p:cNvSpPr txBox="1"/>
          <p:nvPr/>
        </p:nvSpPr>
        <p:spPr>
          <a:xfrm>
            <a:off x="5081954" y="1277040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pulse_initial_phase</a:t>
            </a:r>
            <a:r>
              <a:rPr lang="en-AU" sz="1000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7935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F7D5-EB50-2F13-D06A-011E896C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94A5F2-EE2F-6E25-BE53-7A9152D260E0}"/>
              </a:ext>
            </a:extLst>
          </p:cNvPr>
          <p:cNvCxnSpPr>
            <a:cxnSpLocks/>
          </p:cNvCxnSpPr>
          <p:nvPr/>
        </p:nvCxnSpPr>
        <p:spPr>
          <a:xfrm>
            <a:off x="2090721" y="4574946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1E39EB-DAAB-FBF8-F3C7-4815BC1CD830}"/>
              </a:ext>
            </a:extLst>
          </p:cNvPr>
          <p:cNvCxnSpPr>
            <a:cxnSpLocks/>
          </p:cNvCxnSpPr>
          <p:nvPr/>
        </p:nvCxnSpPr>
        <p:spPr>
          <a:xfrm>
            <a:off x="2057123" y="2989317"/>
            <a:ext cx="2274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CC6D43D-FBE2-E0FA-7057-B09EDBDE7172}"/>
              </a:ext>
            </a:extLst>
          </p:cNvPr>
          <p:cNvCxnSpPr>
            <a:cxnSpLocks/>
          </p:cNvCxnSpPr>
          <p:nvPr/>
        </p:nvCxnSpPr>
        <p:spPr>
          <a:xfrm flipV="1">
            <a:off x="2319321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833D37-8746-72D3-5041-1D2F5B7CFFB2}"/>
              </a:ext>
            </a:extLst>
          </p:cNvPr>
          <p:cNvCxnSpPr>
            <a:cxnSpLocks/>
          </p:cNvCxnSpPr>
          <p:nvPr/>
        </p:nvCxnSpPr>
        <p:spPr>
          <a:xfrm flipV="1">
            <a:off x="2418965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D4D2493-7624-0381-BAF8-F1C9ACF432B0}"/>
              </a:ext>
            </a:extLst>
          </p:cNvPr>
          <p:cNvCxnSpPr>
            <a:cxnSpLocks/>
          </p:cNvCxnSpPr>
          <p:nvPr/>
        </p:nvCxnSpPr>
        <p:spPr>
          <a:xfrm flipV="1">
            <a:off x="2512751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9139C3-4131-B348-DB50-27F266E10B21}"/>
              </a:ext>
            </a:extLst>
          </p:cNvPr>
          <p:cNvCxnSpPr>
            <a:cxnSpLocks/>
          </p:cNvCxnSpPr>
          <p:nvPr/>
        </p:nvCxnSpPr>
        <p:spPr>
          <a:xfrm flipV="1">
            <a:off x="2991880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A6C103-640B-B596-4828-373BAC37BF04}"/>
              </a:ext>
            </a:extLst>
          </p:cNvPr>
          <p:cNvCxnSpPr>
            <a:cxnSpLocks/>
          </p:cNvCxnSpPr>
          <p:nvPr/>
        </p:nvCxnSpPr>
        <p:spPr>
          <a:xfrm flipV="1">
            <a:off x="3091524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876C2F1-A9F9-B2A8-D597-F9B48CDF6ADC}"/>
              </a:ext>
            </a:extLst>
          </p:cNvPr>
          <p:cNvCxnSpPr>
            <a:cxnSpLocks/>
          </p:cNvCxnSpPr>
          <p:nvPr/>
        </p:nvCxnSpPr>
        <p:spPr>
          <a:xfrm flipV="1">
            <a:off x="3185310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D5AE9D-A662-8FD9-B85E-EC3746FAA2BC}"/>
              </a:ext>
            </a:extLst>
          </p:cNvPr>
          <p:cNvCxnSpPr>
            <a:cxnSpLocks/>
          </p:cNvCxnSpPr>
          <p:nvPr/>
        </p:nvCxnSpPr>
        <p:spPr>
          <a:xfrm flipV="1">
            <a:off x="3642511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23FA9C9-0FAD-1C25-1B75-D91A7D238CE5}"/>
              </a:ext>
            </a:extLst>
          </p:cNvPr>
          <p:cNvCxnSpPr>
            <a:cxnSpLocks/>
          </p:cNvCxnSpPr>
          <p:nvPr/>
        </p:nvCxnSpPr>
        <p:spPr>
          <a:xfrm flipV="1">
            <a:off x="3742155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3F9C58-CF3C-513E-15BE-DCD0B1A90E91}"/>
              </a:ext>
            </a:extLst>
          </p:cNvPr>
          <p:cNvCxnSpPr>
            <a:cxnSpLocks/>
          </p:cNvCxnSpPr>
          <p:nvPr/>
        </p:nvCxnSpPr>
        <p:spPr>
          <a:xfrm flipV="1">
            <a:off x="3835941" y="4363930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A78FEAA-D274-9B83-566A-C13AA3467F4F}"/>
              </a:ext>
            </a:extLst>
          </p:cNvPr>
          <p:cNvCxnSpPr>
            <a:cxnSpLocks/>
          </p:cNvCxnSpPr>
          <p:nvPr/>
        </p:nvCxnSpPr>
        <p:spPr>
          <a:xfrm flipV="1">
            <a:off x="244213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6ADC1F-442A-35A3-20DF-4497BE5A1CAB}"/>
              </a:ext>
            </a:extLst>
          </p:cNvPr>
          <p:cNvCxnSpPr>
            <a:cxnSpLocks/>
          </p:cNvCxnSpPr>
          <p:nvPr/>
        </p:nvCxnSpPr>
        <p:spPr>
          <a:xfrm flipH="1">
            <a:off x="2441487" y="2743129"/>
            <a:ext cx="1680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FF72C0-68AE-22AC-5C9C-D3BF61672038}"/>
              </a:ext>
            </a:extLst>
          </p:cNvPr>
          <p:cNvCxnSpPr>
            <a:cxnSpLocks/>
          </p:cNvCxnSpPr>
          <p:nvPr/>
        </p:nvCxnSpPr>
        <p:spPr>
          <a:xfrm flipV="1">
            <a:off x="4128096" y="2743129"/>
            <a:ext cx="0" cy="2461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49495FD-9C8F-9652-A228-C38489C8A426}"/>
              </a:ext>
            </a:extLst>
          </p:cNvPr>
          <p:cNvGrpSpPr/>
          <p:nvPr/>
        </p:nvGrpSpPr>
        <p:grpSpPr>
          <a:xfrm>
            <a:off x="2301735" y="4328758"/>
            <a:ext cx="341819" cy="246188"/>
            <a:chOff x="2301735" y="3868613"/>
            <a:chExt cx="341819" cy="24618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FE3AFB5-4A83-CF57-4762-E3EB7D1CC0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CD440F-3BA6-DEB1-961C-C2B85F87D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B02257-0E49-7C17-38FA-F8855EBC61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CBFC69-549B-75E5-529A-46AFFDBC5988}"/>
              </a:ext>
            </a:extLst>
          </p:cNvPr>
          <p:cNvGrpSpPr/>
          <p:nvPr/>
        </p:nvGrpSpPr>
        <p:grpSpPr>
          <a:xfrm>
            <a:off x="2970489" y="4328758"/>
            <a:ext cx="341819" cy="246188"/>
            <a:chOff x="2301735" y="3868613"/>
            <a:chExt cx="341819" cy="246188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FF7D999-2559-93F3-2FA4-676AA3816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82B38A9-7340-607B-2D4D-9B45E9F54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C1EBC40-673C-B775-B5AE-917CEFFC6A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BCC62DD-9203-BCE9-2602-C331B937BF59}"/>
              </a:ext>
            </a:extLst>
          </p:cNvPr>
          <p:cNvGrpSpPr/>
          <p:nvPr/>
        </p:nvGrpSpPr>
        <p:grpSpPr>
          <a:xfrm>
            <a:off x="3621123" y="4334616"/>
            <a:ext cx="341819" cy="246188"/>
            <a:chOff x="2301735" y="3868613"/>
            <a:chExt cx="341819" cy="24618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0249C45-217E-C790-AA5E-3045FCEF0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42F73D2-E0AA-0F0E-E24E-E9CC974AD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66F3FA3-39B0-BD77-E725-A1D60CBC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8887A77-C527-1085-713A-293E7A2534A0}"/>
              </a:ext>
            </a:extLst>
          </p:cNvPr>
          <p:cNvGrpSpPr/>
          <p:nvPr/>
        </p:nvGrpSpPr>
        <p:grpSpPr>
          <a:xfrm>
            <a:off x="2284149" y="4264280"/>
            <a:ext cx="2106792" cy="310666"/>
            <a:chOff x="2284149" y="3804135"/>
            <a:chExt cx="2106792" cy="310666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630DC63-889E-C0AC-24FC-DC05024D3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FE40BE0-2DF4-802E-A7B6-2115FC78A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00B0624-5BD5-272B-A3D2-D9C465D29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822C4E1-50EC-541F-6473-E099F55D7E9A}"/>
              </a:ext>
            </a:extLst>
          </p:cNvPr>
          <p:cNvCxnSpPr>
            <a:cxnSpLocks/>
          </p:cNvCxnSpPr>
          <p:nvPr/>
        </p:nvCxnSpPr>
        <p:spPr>
          <a:xfrm>
            <a:off x="2090721" y="6119460"/>
            <a:ext cx="292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8F27518-CF9A-EB07-019C-6E0727759C5E}"/>
              </a:ext>
            </a:extLst>
          </p:cNvPr>
          <p:cNvCxnSpPr>
            <a:cxnSpLocks/>
          </p:cNvCxnSpPr>
          <p:nvPr/>
        </p:nvCxnSpPr>
        <p:spPr>
          <a:xfrm flipV="1">
            <a:off x="2275846" y="5908444"/>
            <a:ext cx="3368" cy="2109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01BE981-498F-B38E-875B-515122ADDA9B}"/>
              </a:ext>
            </a:extLst>
          </p:cNvPr>
          <p:cNvCxnSpPr>
            <a:cxnSpLocks/>
          </p:cNvCxnSpPr>
          <p:nvPr/>
        </p:nvCxnSpPr>
        <p:spPr>
          <a:xfrm flipV="1">
            <a:off x="2319321" y="5908444"/>
            <a:ext cx="0" cy="2109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A2E05F-C6DA-36A8-C8D7-CA5DCC4E9C09}"/>
              </a:ext>
            </a:extLst>
          </p:cNvPr>
          <p:cNvCxnSpPr>
            <a:cxnSpLocks/>
          </p:cNvCxnSpPr>
          <p:nvPr/>
        </p:nvCxnSpPr>
        <p:spPr>
          <a:xfrm flipV="1">
            <a:off x="2361274" y="5908444"/>
            <a:ext cx="0" cy="2109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973C8DD-ECB2-97A1-E476-B28A4F4D799D}"/>
              </a:ext>
            </a:extLst>
          </p:cNvPr>
          <p:cNvCxnSpPr>
            <a:cxnSpLocks/>
          </p:cNvCxnSpPr>
          <p:nvPr/>
        </p:nvCxnSpPr>
        <p:spPr>
          <a:xfrm flipV="1">
            <a:off x="2525406" y="5914300"/>
            <a:ext cx="0" cy="205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AFDB74A-BC1E-437C-4516-7D5F381F19AB}"/>
              </a:ext>
            </a:extLst>
          </p:cNvPr>
          <p:cNvCxnSpPr>
            <a:cxnSpLocks/>
          </p:cNvCxnSpPr>
          <p:nvPr/>
        </p:nvCxnSpPr>
        <p:spPr>
          <a:xfrm flipV="1">
            <a:off x="2565513" y="5914300"/>
            <a:ext cx="0" cy="205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49AFA44-6CC8-884B-D32F-56A29392AC89}"/>
              </a:ext>
            </a:extLst>
          </p:cNvPr>
          <p:cNvCxnSpPr>
            <a:cxnSpLocks/>
          </p:cNvCxnSpPr>
          <p:nvPr/>
        </p:nvCxnSpPr>
        <p:spPr>
          <a:xfrm flipV="1">
            <a:off x="2607466" y="5914300"/>
            <a:ext cx="0" cy="205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68E62E3-43AE-0691-A7F2-87F893ADA41B}"/>
              </a:ext>
            </a:extLst>
          </p:cNvPr>
          <p:cNvCxnSpPr>
            <a:cxnSpLocks/>
          </p:cNvCxnSpPr>
          <p:nvPr/>
        </p:nvCxnSpPr>
        <p:spPr>
          <a:xfrm flipV="1">
            <a:off x="2771590" y="5914294"/>
            <a:ext cx="0" cy="205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375D924-D13B-0C79-5AFF-B980F4DE9A46}"/>
              </a:ext>
            </a:extLst>
          </p:cNvPr>
          <p:cNvCxnSpPr>
            <a:cxnSpLocks/>
          </p:cNvCxnSpPr>
          <p:nvPr/>
        </p:nvCxnSpPr>
        <p:spPr>
          <a:xfrm flipV="1">
            <a:off x="2811697" y="5914294"/>
            <a:ext cx="0" cy="205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AA9CDB2-E319-7F1A-A328-D057C6306A46}"/>
              </a:ext>
            </a:extLst>
          </p:cNvPr>
          <p:cNvCxnSpPr>
            <a:cxnSpLocks/>
          </p:cNvCxnSpPr>
          <p:nvPr/>
        </p:nvCxnSpPr>
        <p:spPr>
          <a:xfrm flipV="1">
            <a:off x="2853650" y="5914294"/>
            <a:ext cx="0" cy="2051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750B402-33AD-D6EA-4262-8DA40D0D70A9}"/>
              </a:ext>
            </a:extLst>
          </p:cNvPr>
          <p:cNvCxnSpPr>
            <a:cxnSpLocks/>
          </p:cNvCxnSpPr>
          <p:nvPr/>
        </p:nvCxnSpPr>
        <p:spPr>
          <a:xfrm flipV="1">
            <a:off x="3498426" y="5908429"/>
            <a:ext cx="0" cy="211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B4554C9-6EA6-E05C-59F9-98EC867AF343}"/>
              </a:ext>
            </a:extLst>
          </p:cNvPr>
          <p:cNvCxnSpPr>
            <a:cxnSpLocks/>
          </p:cNvCxnSpPr>
          <p:nvPr/>
        </p:nvCxnSpPr>
        <p:spPr>
          <a:xfrm flipV="1">
            <a:off x="3538533" y="5908429"/>
            <a:ext cx="0" cy="211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D72771-4A27-A56E-EB87-DAF882BF7076}"/>
              </a:ext>
            </a:extLst>
          </p:cNvPr>
          <p:cNvCxnSpPr>
            <a:cxnSpLocks/>
          </p:cNvCxnSpPr>
          <p:nvPr/>
        </p:nvCxnSpPr>
        <p:spPr>
          <a:xfrm flipV="1">
            <a:off x="3580486" y="5908429"/>
            <a:ext cx="0" cy="211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32BE09-C22E-61AD-D3B3-C75678FA176E}"/>
              </a:ext>
            </a:extLst>
          </p:cNvPr>
          <p:cNvCxnSpPr>
            <a:cxnSpLocks/>
          </p:cNvCxnSpPr>
          <p:nvPr/>
        </p:nvCxnSpPr>
        <p:spPr>
          <a:xfrm flipV="1">
            <a:off x="3762200" y="5908423"/>
            <a:ext cx="0" cy="211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7C54953-0126-64F0-AD0A-A42A64D84699}"/>
              </a:ext>
            </a:extLst>
          </p:cNvPr>
          <p:cNvCxnSpPr>
            <a:cxnSpLocks/>
          </p:cNvCxnSpPr>
          <p:nvPr/>
        </p:nvCxnSpPr>
        <p:spPr>
          <a:xfrm flipV="1">
            <a:off x="3802307" y="5908423"/>
            <a:ext cx="0" cy="211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F88E8BE-A742-0186-BE60-256031945331}"/>
              </a:ext>
            </a:extLst>
          </p:cNvPr>
          <p:cNvCxnSpPr>
            <a:cxnSpLocks/>
          </p:cNvCxnSpPr>
          <p:nvPr/>
        </p:nvCxnSpPr>
        <p:spPr>
          <a:xfrm flipV="1">
            <a:off x="3844260" y="5908423"/>
            <a:ext cx="0" cy="211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2A296E0-121D-09C2-7A5A-1620B7E9E4E8}"/>
              </a:ext>
            </a:extLst>
          </p:cNvPr>
          <p:cNvCxnSpPr>
            <a:cxnSpLocks/>
          </p:cNvCxnSpPr>
          <p:nvPr/>
        </p:nvCxnSpPr>
        <p:spPr>
          <a:xfrm flipV="1">
            <a:off x="4014246" y="5908419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9497AAB-9480-A4C0-3B61-31A60456A130}"/>
              </a:ext>
            </a:extLst>
          </p:cNvPr>
          <p:cNvCxnSpPr>
            <a:cxnSpLocks/>
          </p:cNvCxnSpPr>
          <p:nvPr/>
        </p:nvCxnSpPr>
        <p:spPr>
          <a:xfrm flipV="1">
            <a:off x="4054353" y="5908419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2861F10-171B-2454-1A1A-24448CAEBA79}"/>
              </a:ext>
            </a:extLst>
          </p:cNvPr>
          <p:cNvCxnSpPr>
            <a:cxnSpLocks/>
          </p:cNvCxnSpPr>
          <p:nvPr/>
        </p:nvCxnSpPr>
        <p:spPr>
          <a:xfrm flipV="1">
            <a:off x="4096306" y="5908419"/>
            <a:ext cx="0" cy="2110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BF069FE-F085-1A99-A602-4922DE55D6B3}"/>
              </a:ext>
            </a:extLst>
          </p:cNvPr>
          <p:cNvGrpSpPr/>
          <p:nvPr/>
        </p:nvGrpSpPr>
        <p:grpSpPr>
          <a:xfrm>
            <a:off x="2264260" y="5867398"/>
            <a:ext cx="138976" cy="246188"/>
            <a:chOff x="2301735" y="3868613"/>
            <a:chExt cx="341819" cy="246188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5163B6B-79B5-F538-B8F3-86B9A0884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C58CBD6-459B-E2A8-FCF0-83B92073AB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00B44A0-152B-957C-E7E8-F65F16BB8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D6C14C4-13B4-4FD6-4988-CCA26F57327A}"/>
              </a:ext>
            </a:extLst>
          </p:cNvPr>
          <p:cNvGrpSpPr/>
          <p:nvPr/>
        </p:nvGrpSpPr>
        <p:grpSpPr>
          <a:xfrm>
            <a:off x="2510447" y="5873253"/>
            <a:ext cx="138976" cy="246188"/>
            <a:chOff x="2301735" y="3868613"/>
            <a:chExt cx="341819" cy="246188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3E90BD4-0A9D-0ED1-67C2-99277F6C2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D516A5E-F14F-FB97-15C1-8CABA819DD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C2C5D66-C6DD-1359-C8E1-32CE388A4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D5DC357-520E-9840-6A1A-7AEA04B4454F}"/>
              </a:ext>
            </a:extLst>
          </p:cNvPr>
          <p:cNvGrpSpPr/>
          <p:nvPr/>
        </p:nvGrpSpPr>
        <p:grpSpPr>
          <a:xfrm>
            <a:off x="2756635" y="5867389"/>
            <a:ext cx="138976" cy="246188"/>
            <a:chOff x="2301735" y="3868613"/>
            <a:chExt cx="341819" cy="246188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CDE9A51-1B05-969E-B669-07B12623C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EB1295C-510C-BE88-527C-583115EC3E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4E87250-95E1-918A-3B70-901EB1B98E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FA45A80-548C-E935-E269-A281EEBCC625}"/>
              </a:ext>
            </a:extLst>
          </p:cNvPr>
          <p:cNvGrpSpPr/>
          <p:nvPr/>
        </p:nvGrpSpPr>
        <p:grpSpPr>
          <a:xfrm>
            <a:off x="3483471" y="5879105"/>
            <a:ext cx="138976" cy="246188"/>
            <a:chOff x="2301735" y="3868613"/>
            <a:chExt cx="341819" cy="24618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7F43469-F88E-97BA-892B-3C89F647A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E9581FD-8058-8113-276C-10C3425CB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FD843B7-6908-401C-97DD-AFC7123F5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947D71A-CCBB-B2BF-495F-5D9BE75BE687}"/>
              </a:ext>
            </a:extLst>
          </p:cNvPr>
          <p:cNvGrpSpPr/>
          <p:nvPr/>
        </p:nvGrpSpPr>
        <p:grpSpPr>
          <a:xfrm>
            <a:off x="3747243" y="5879101"/>
            <a:ext cx="138976" cy="246188"/>
            <a:chOff x="2301735" y="3868613"/>
            <a:chExt cx="341819" cy="246188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5396AB9D-C0F2-BA08-389F-C0A7B1A10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5BCFC15-64A5-0A7E-32E8-8218115F6F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AC190CA-B684-B6B7-05BC-948D201E8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8F057D3-2619-5C41-4831-7AE1295C664A}"/>
              </a:ext>
            </a:extLst>
          </p:cNvPr>
          <p:cNvGrpSpPr/>
          <p:nvPr/>
        </p:nvGrpSpPr>
        <p:grpSpPr>
          <a:xfrm>
            <a:off x="3999294" y="5879097"/>
            <a:ext cx="138976" cy="246188"/>
            <a:chOff x="2301735" y="3868613"/>
            <a:chExt cx="341819" cy="246188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36CE7CD-BFC0-4122-1E9A-B7332B149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1735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3C47A10-E320-DF79-2790-1FCDFC18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1735" y="3868613"/>
              <a:ext cx="34181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A684B32-F300-20AA-3D3D-36F08464D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3554" y="3868613"/>
              <a:ext cx="0" cy="2461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D0383DE-FD08-8CA2-4A4C-60DE30147E02}"/>
              </a:ext>
            </a:extLst>
          </p:cNvPr>
          <p:cNvGrpSpPr/>
          <p:nvPr/>
        </p:nvGrpSpPr>
        <p:grpSpPr>
          <a:xfrm>
            <a:off x="2258912" y="5802928"/>
            <a:ext cx="832612" cy="310666"/>
            <a:chOff x="2284149" y="3804135"/>
            <a:chExt cx="2106792" cy="31066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572F6EF-EEE9-ACB3-FC1F-74CA8F312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D7673EF-8D75-8F60-F36E-3A686C24FB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08C247A5-F22C-3415-EB76-3DC3A0661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9BEF874-0060-27A5-C4CE-161D94B21AB9}"/>
              </a:ext>
            </a:extLst>
          </p:cNvPr>
          <p:cNvGrpSpPr/>
          <p:nvPr/>
        </p:nvGrpSpPr>
        <p:grpSpPr>
          <a:xfrm>
            <a:off x="3473638" y="5802928"/>
            <a:ext cx="832612" cy="310666"/>
            <a:chOff x="2284149" y="3804135"/>
            <a:chExt cx="2106792" cy="31066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C29129B-CD04-F261-A34A-0E1120CDC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5B2A66B-C84A-40A0-D9EF-7C3477A9B2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19931BC-6259-43DA-62FC-E6848FFBE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3228" y="3804138"/>
              <a:ext cx="0" cy="31066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20080C5-AF0E-795D-DAF8-A7EE1FBBD672}"/>
              </a:ext>
            </a:extLst>
          </p:cNvPr>
          <p:cNvGrpSpPr/>
          <p:nvPr/>
        </p:nvGrpSpPr>
        <p:grpSpPr>
          <a:xfrm>
            <a:off x="2237736" y="5726736"/>
            <a:ext cx="2691817" cy="380995"/>
            <a:chOff x="2284149" y="3804135"/>
            <a:chExt cx="2106792" cy="310666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34FD16B-46AC-45AE-DE8F-DB2F4714E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4149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14A9D3D-B9B5-A538-A037-B405E83622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149" y="3804135"/>
              <a:ext cx="2106792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45273EC-3F25-8B35-FF26-0B3023D81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7816" y="3804138"/>
              <a:ext cx="0" cy="310663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64944BF-3BB6-BDB2-3FEB-0F1CF2E85B13}"/>
              </a:ext>
            </a:extLst>
          </p:cNvPr>
          <p:cNvSpPr txBox="1"/>
          <p:nvPr/>
        </p:nvSpPr>
        <p:spPr>
          <a:xfrm>
            <a:off x="2358491" y="2316689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pulse_count</a:t>
            </a:r>
            <a:r>
              <a:rPr lang="en-AU" sz="10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CBC0FB9-8B37-735D-ED74-7DD157EC9771}"/>
              </a:ext>
            </a:extLst>
          </p:cNvPr>
          <p:cNvSpPr txBox="1"/>
          <p:nvPr/>
        </p:nvSpPr>
        <p:spPr>
          <a:xfrm>
            <a:off x="2358490" y="24630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instance_duration</a:t>
            </a:r>
            <a:r>
              <a:rPr lang="en-AU" sz="1000" dirty="0">
                <a:solidFill>
                  <a:srgbClr val="FF0000"/>
                </a:solidFill>
              </a:rPr>
              <a:t> = 0.06 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A34B73F-5BE0-2095-4FF1-2E3EC61DE60B}"/>
              </a:ext>
            </a:extLst>
          </p:cNvPr>
          <p:cNvSpPr txBox="1"/>
          <p:nvPr/>
        </p:nvSpPr>
        <p:spPr>
          <a:xfrm>
            <a:off x="2359425" y="3217872"/>
            <a:ext cx="2069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pulse_repetition_interval</a:t>
            </a:r>
            <a:r>
              <a:rPr lang="en-AU" sz="1000" dirty="0">
                <a:solidFill>
                  <a:srgbClr val="FF0000"/>
                </a:solidFill>
              </a:rPr>
              <a:t> = 0.02 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6776D19-C469-C47A-A0CA-E6A9A4E99B04}"/>
              </a:ext>
            </a:extLst>
          </p:cNvPr>
          <p:cNvSpPr txBox="1"/>
          <p:nvPr/>
        </p:nvSpPr>
        <p:spPr>
          <a:xfrm>
            <a:off x="2359425" y="3373227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rgbClr val="FF0000"/>
                </a:solidFill>
              </a:rPr>
              <a:t>pulse_repetition_frequency</a:t>
            </a:r>
            <a:r>
              <a:rPr lang="en-AU" sz="1000" dirty="0">
                <a:solidFill>
                  <a:srgbClr val="FF0000"/>
                </a:solidFill>
              </a:rPr>
              <a:t> = 50 Hz 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4421CFE-EE49-DD9D-0E0D-EB97E69499A1}"/>
              </a:ext>
            </a:extLst>
          </p:cNvPr>
          <p:cNvGrpSpPr/>
          <p:nvPr/>
        </p:nvGrpSpPr>
        <p:grpSpPr>
          <a:xfrm>
            <a:off x="2433104" y="3188562"/>
            <a:ext cx="591737" cy="64521"/>
            <a:chOff x="2492644" y="3165184"/>
            <a:chExt cx="591737" cy="64521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0CF487C-DB9D-E0BD-2609-8D92C4ED2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3CC50B0-5B7C-7C63-CFB8-CBE29B9459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479069F-A34D-F853-B508-BD7017DE20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E670FC7-D004-C74A-EC79-7122B05A327E}"/>
              </a:ext>
            </a:extLst>
          </p:cNvPr>
          <p:cNvGrpSpPr/>
          <p:nvPr/>
        </p:nvGrpSpPr>
        <p:grpSpPr>
          <a:xfrm>
            <a:off x="2300500" y="4774184"/>
            <a:ext cx="661770" cy="64521"/>
            <a:chOff x="2492644" y="3165184"/>
            <a:chExt cx="591737" cy="64521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86D19696-5605-0459-38C3-884FD18724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65F97C8-2004-35D9-58AD-D3D26E7C1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E148E8B-FCB2-D9DD-C4CB-E30225C5FA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E570D84-6081-54A7-245C-98D98EAEBE66}"/>
              </a:ext>
            </a:extLst>
          </p:cNvPr>
          <p:cNvCxnSpPr>
            <a:cxnSpLocks/>
          </p:cNvCxnSpPr>
          <p:nvPr/>
        </p:nvCxnSpPr>
        <p:spPr>
          <a:xfrm>
            <a:off x="0" y="2168773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4993157-0E70-7D9D-5FA8-87BA0BE0E9C0}"/>
              </a:ext>
            </a:extLst>
          </p:cNvPr>
          <p:cNvSpPr txBox="1"/>
          <p:nvPr/>
        </p:nvSpPr>
        <p:spPr>
          <a:xfrm>
            <a:off x="83635" y="0"/>
            <a:ext cx="233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Layer -1</a:t>
            </a:r>
          </a:p>
          <a:p>
            <a:r>
              <a:rPr lang="en-AU" sz="1200" dirty="0"/>
              <a:t>Pulse characteristics (must be described for each electrode)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D86DE92-B7ED-1C6B-809E-BB016DE98CE1}"/>
              </a:ext>
            </a:extLst>
          </p:cNvPr>
          <p:cNvCxnSpPr>
            <a:cxnSpLocks/>
          </p:cNvCxnSpPr>
          <p:nvPr/>
        </p:nvCxnSpPr>
        <p:spPr>
          <a:xfrm>
            <a:off x="0" y="3763112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9EB0F23-05DC-A4E8-BB02-7AF22EF48A06}"/>
              </a:ext>
            </a:extLst>
          </p:cNvPr>
          <p:cNvCxnSpPr>
            <a:cxnSpLocks/>
          </p:cNvCxnSpPr>
          <p:nvPr/>
        </p:nvCxnSpPr>
        <p:spPr>
          <a:xfrm>
            <a:off x="0" y="5292969"/>
            <a:ext cx="12192000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16D6DB2-E003-CA7E-4A63-63F2A1F7F457}"/>
              </a:ext>
            </a:extLst>
          </p:cNvPr>
          <p:cNvGrpSpPr/>
          <p:nvPr/>
        </p:nvGrpSpPr>
        <p:grpSpPr>
          <a:xfrm>
            <a:off x="3185310" y="1310207"/>
            <a:ext cx="992107" cy="133071"/>
            <a:chOff x="2492644" y="3165184"/>
            <a:chExt cx="591737" cy="64521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FE35F020-BBFD-7C8F-D4C8-F50A3AF31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9D3FA24-7DB2-6B92-C30E-371E5E91E6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38F47352-5E50-F75E-A56F-5217B2578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576DC587-0735-4470-4992-A3F490EBBC5B}"/>
              </a:ext>
            </a:extLst>
          </p:cNvPr>
          <p:cNvSpPr txBox="1"/>
          <p:nvPr/>
        </p:nvSpPr>
        <p:spPr>
          <a:xfrm>
            <a:off x="118817" y="2644346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Layer 0</a:t>
            </a:r>
          </a:p>
          <a:p>
            <a:r>
              <a:rPr lang="en-AU" sz="1200" dirty="0">
                <a:solidFill>
                  <a:srgbClr val="FF0000"/>
                </a:solidFill>
              </a:rPr>
              <a:t>Instance [burst, train]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C54F711-7A1B-52D4-F26F-6119BF236F55}"/>
              </a:ext>
            </a:extLst>
          </p:cNvPr>
          <p:cNvSpPr txBox="1"/>
          <p:nvPr/>
        </p:nvSpPr>
        <p:spPr>
          <a:xfrm>
            <a:off x="2878387" y="1453886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pulse_duration</a:t>
            </a:r>
            <a:r>
              <a:rPr lang="en-AU" sz="1000" dirty="0"/>
              <a:t> = 10 mins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1202CBD-0514-CB2A-D7AB-CC0C3F72322C}"/>
              </a:ext>
            </a:extLst>
          </p:cNvPr>
          <p:cNvSpPr txBox="1"/>
          <p:nvPr/>
        </p:nvSpPr>
        <p:spPr>
          <a:xfrm>
            <a:off x="2811697" y="155782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‘rectangle’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61CDCEA-50AB-F8DE-DE0A-538B287ADFBB}"/>
              </a:ext>
            </a:extLst>
          </p:cNvPr>
          <p:cNvSpPr txBox="1"/>
          <p:nvPr/>
        </p:nvSpPr>
        <p:spPr>
          <a:xfrm>
            <a:off x="2275846" y="378366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instance_count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E0AE151-150E-0E65-2432-08E7BBD9B842}"/>
              </a:ext>
            </a:extLst>
          </p:cNvPr>
          <p:cNvSpPr txBox="1"/>
          <p:nvPr/>
        </p:nvSpPr>
        <p:spPr>
          <a:xfrm>
            <a:off x="2275846" y="3924277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train_duration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0.6 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8E93B5A-E9B9-F2E8-A994-CAB78F9071EC}"/>
              </a:ext>
            </a:extLst>
          </p:cNvPr>
          <p:cNvSpPr txBox="1"/>
          <p:nvPr/>
        </p:nvSpPr>
        <p:spPr>
          <a:xfrm>
            <a:off x="2219673" y="4869365"/>
            <a:ext cx="215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instance_repetition_interval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0.2 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EC809A9-FBDB-1A85-4862-9F7BB766507F}"/>
              </a:ext>
            </a:extLst>
          </p:cNvPr>
          <p:cNvSpPr txBox="1"/>
          <p:nvPr/>
        </p:nvSpPr>
        <p:spPr>
          <a:xfrm>
            <a:off x="2219673" y="5014593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instance_repetition_frequency</a:t>
            </a:r>
            <a:r>
              <a:rPr lang="en-AU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5 Hz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FE4BC4B-417A-1754-9BDF-13E5DA4F1C2B}"/>
              </a:ext>
            </a:extLst>
          </p:cNvPr>
          <p:cNvSpPr txBox="1"/>
          <p:nvPr/>
        </p:nvSpPr>
        <p:spPr>
          <a:xfrm>
            <a:off x="148108" y="3975174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Layer 1</a:t>
            </a:r>
          </a:p>
          <a:p>
            <a:r>
              <a:rPr lang="en-A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Train [repeat]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FCFEB3B-D898-C83D-4762-C8246C2F2CA6}"/>
              </a:ext>
            </a:extLst>
          </p:cNvPr>
          <p:cNvSpPr txBox="1"/>
          <p:nvPr/>
        </p:nvSpPr>
        <p:spPr>
          <a:xfrm>
            <a:off x="158254" y="5505031"/>
            <a:ext cx="167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chemeClr val="accent6"/>
                </a:solidFill>
              </a:rPr>
              <a:t>Layer 2</a:t>
            </a:r>
          </a:p>
          <a:p>
            <a:r>
              <a:rPr lang="en-AU" sz="1200" dirty="0">
                <a:solidFill>
                  <a:schemeClr val="accent6"/>
                </a:solidFill>
              </a:rPr>
              <a:t>Sequence [repeat2]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FE2544F-0141-0BF0-E825-713140118D66}"/>
              </a:ext>
            </a:extLst>
          </p:cNvPr>
          <p:cNvSpPr txBox="1"/>
          <p:nvPr/>
        </p:nvSpPr>
        <p:spPr>
          <a:xfrm>
            <a:off x="2275846" y="532965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train_count</a:t>
            </a:r>
            <a:r>
              <a:rPr lang="en-AU" sz="1000" dirty="0">
                <a:solidFill>
                  <a:schemeClr val="accent6"/>
                </a:solidFill>
              </a:rPr>
              <a:t> = 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840F662-64C8-26FE-28D8-32F8B7088FD0}"/>
              </a:ext>
            </a:extLst>
          </p:cNvPr>
          <p:cNvSpPr txBox="1"/>
          <p:nvPr/>
        </p:nvSpPr>
        <p:spPr>
          <a:xfrm>
            <a:off x="2275846" y="545268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sequence_duration</a:t>
            </a:r>
            <a:r>
              <a:rPr lang="en-AU" sz="1000" dirty="0">
                <a:solidFill>
                  <a:schemeClr val="accent6"/>
                </a:solidFill>
              </a:rPr>
              <a:t> = 0.36 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5E25254-9F41-BE04-4BBC-4511CBCA1467}"/>
              </a:ext>
            </a:extLst>
          </p:cNvPr>
          <p:cNvSpPr txBox="1"/>
          <p:nvPr/>
        </p:nvSpPr>
        <p:spPr>
          <a:xfrm>
            <a:off x="2219673" y="6397776"/>
            <a:ext cx="2451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train_repetition_interval</a:t>
            </a:r>
            <a:r>
              <a:rPr lang="en-AU" sz="1000" dirty="0">
                <a:solidFill>
                  <a:schemeClr val="accent6"/>
                </a:solidFill>
              </a:rPr>
              <a:t> = 1 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B2AC39F-B89E-11AE-A11E-897783B39B38}"/>
              </a:ext>
            </a:extLst>
          </p:cNvPr>
          <p:cNvSpPr txBox="1"/>
          <p:nvPr/>
        </p:nvSpPr>
        <p:spPr>
          <a:xfrm>
            <a:off x="2219673" y="6553131"/>
            <a:ext cx="2219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>
                <a:solidFill>
                  <a:schemeClr val="accent6"/>
                </a:solidFill>
              </a:rPr>
              <a:t>train_repetition_frequency</a:t>
            </a:r>
            <a:r>
              <a:rPr lang="en-AU" sz="1000" dirty="0">
                <a:solidFill>
                  <a:schemeClr val="accent6"/>
                </a:solidFill>
              </a:rPr>
              <a:t> = 1 Hz 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8DBC902-7B3D-AF21-43F4-B487186C5D3C}"/>
              </a:ext>
            </a:extLst>
          </p:cNvPr>
          <p:cNvGrpSpPr/>
          <p:nvPr/>
        </p:nvGrpSpPr>
        <p:grpSpPr>
          <a:xfrm>
            <a:off x="2267915" y="6330451"/>
            <a:ext cx="1228666" cy="64521"/>
            <a:chOff x="2492644" y="3165184"/>
            <a:chExt cx="591737" cy="64521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E7CB1503-50C7-8B1A-87C0-11CE6D8EF8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D069473-8F73-5273-B261-617EFAEBF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14F21F8-6B2E-9B2E-825B-63BBDAC719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B7809EE0-DE6B-4F7E-2EA4-FA2F90304CB2}"/>
              </a:ext>
            </a:extLst>
          </p:cNvPr>
          <p:cNvSpPr txBox="1"/>
          <p:nvPr/>
        </p:nvSpPr>
        <p:spPr>
          <a:xfrm>
            <a:off x="121261" y="3107558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FF0000"/>
                </a:solidFill>
              </a:rPr>
              <a:t>Required: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_duration</a:t>
            </a:r>
          </a:p>
          <a:p>
            <a:r>
              <a:rPr lang="en-AU" sz="1000" dirty="0">
                <a:solidFill>
                  <a:srgbClr val="FF0000"/>
                </a:solidFill>
              </a:rPr>
              <a:t>_</a:t>
            </a:r>
            <a:r>
              <a:rPr lang="en-AU" sz="1000" dirty="0" err="1">
                <a:solidFill>
                  <a:srgbClr val="FF0000"/>
                </a:solidFill>
              </a:rPr>
              <a:t>repetition_interval</a:t>
            </a:r>
            <a:endParaRPr lang="en-AU" sz="1000" dirty="0">
              <a:solidFill>
                <a:srgbClr val="FF00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7F7BA94-AB3E-304D-C4A5-683F64598751}"/>
              </a:ext>
            </a:extLst>
          </p:cNvPr>
          <p:cNvSpPr txBox="1"/>
          <p:nvPr/>
        </p:nvSpPr>
        <p:spPr>
          <a:xfrm>
            <a:off x="176761" y="4574946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4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_duration</a:t>
            </a:r>
          </a:p>
          <a:p>
            <a:r>
              <a:rPr lang="en-AU" sz="1000" dirty="0">
                <a:solidFill>
                  <a:schemeClr val="accent4"/>
                </a:solidFill>
              </a:rPr>
              <a:t>_</a:t>
            </a:r>
            <a:r>
              <a:rPr lang="en-AU" sz="1000" dirty="0" err="1">
                <a:solidFill>
                  <a:schemeClr val="accent4"/>
                </a:solidFill>
              </a:rPr>
              <a:t>repetition_interval</a:t>
            </a:r>
            <a:endParaRPr lang="en-AU" sz="1000" dirty="0">
              <a:solidFill>
                <a:schemeClr val="accent4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D84D7F1-7C27-9E17-EA5D-DB6EDC6865C2}"/>
              </a:ext>
            </a:extLst>
          </p:cNvPr>
          <p:cNvSpPr txBox="1"/>
          <p:nvPr/>
        </p:nvSpPr>
        <p:spPr>
          <a:xfrm>
            <a:off x="176761" y="6119435"/>
            <a:ext cx="1456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chemeClr val="accent6"/>
                </a:solidFill>
              </a:rPr>
              <a:t>Required: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_duration</a:t>
            </a:r>
          </a:p>
          <a:p>
            <a:r>
              <a:rPr lang="en-AU" sz="1000" dirty="0">
                <a:solidFill>
                  <a:schemeClr val="accent6"/>
                </a:solidFill>
              </a:rPr>
              <a:t>_</a:t>
            </a:r>
            <a:r>
              <a:rPr lang="en-AU" sz="1000" dirty="0" err="1">
                <a:solidFill>
                  <a:schemeClr val="accent6"/>
                </a:solidFill>
              </a:rPr>
              <a:t>repetition_interval</a:t>
            </a:r>
            <a:endParaRPr lang="en-AU" sz="1000" dirty="0">
              <a:solidFill>
                <a:schemeClr val="accent6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84DC0DA-1B89-6333-5D23-6902471E83E2}"/>
              </a:ext>
            </a:extLst>
          </p:cNvPr>
          <p:cNvSpPr txBox="1"/>
          <p:nvPr/>
        </p:nvSpPr>
        <p:spPr>
          <a:xfrm>
            <a:off x="83635" y="658414"/>
            <a:ext cx="19092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Required:</a:t>
            </a:r>
          </a:p>
          <a:p>
            <a:r>
              <a:rPr lang="en-AU" sz="1000" dirty="0" err="1"/>
              <a:t>pulse_duration</a:t>
            </a:r>
            <a:endParaRPr lang="en-AU" sz="1000" dirty="0"/>
          </a:p>
          <a:p>
            <a:r>
              <a:rPr lang="en-AU" sz="1000" dirty="0" err="1"/>
              <a:t>pulse_waveform</a:t>
            </a:r>
            <a:endParaRPr lang="en-AU" sz="1000" dirty="0"/>
          </a:p>
          <a:p>
            <a:r>
              <a:rPr lang="en-AU" sz="1000" dirty="0" err="1"/>
              <a:t>pulse_peak_positive_current</a:t>
            </a:r>
            <a:endParaRPr lang="en-AU" sz="1000" dirty="0"/>
          </a:p>
          <a:p>
            <a:r>
              <a:rPr lang="en-AU" sz="1000" dirty="0" err="1"/>
              <a:t>pulse_peak_negative_current</a:t>
            </a:r>
            <a:endParaRPr lang="en-AU" sz="1000" dirty="0"/>
          </a:p>
          <a:p>
            <a:r>
              <a:rPr lang="en-AU" sz="1000" dirty="0" err="1"/>
              <a:t>pulse_operating_frequency</a:t>
            </a:r>
            <a:endParaRPr lang="en-AU" sz="1000" dirty="0"/>
          </a:p>
          <a:p>
            <a:r>
              <a:rPr lang="en-AU" sz="1000" dirty="0" err="1"/>
              <a:t>pulse_initial_phase</a:t>
            </a:r>
            <a:endParaRPr lang="en-AU" sz="1000" dirty="0"/>
          </a:p>
          <a:p>
            <a:r>
              <a:rPr lang="en-AU" sz="1000" dirty="0" err="1"/>
              <a:t>pulse_ramp_duration</a:t>
            </a:r>
            <a:endParaRPr lang="en-AU" sz="1000" dirty="0"/>
          </a:p>
          <a:p>
            <a:r>
              <a:rPr lang="en-AU" sz="1000" dirty="0" err="1"/>
              <a:t>pulse_ramp_shape</a:t>
            </a:r>
            <a:endParaRPr lang="en-AU" sz="1000" dirty="0"/>
          </a:p>
          <a:p>
            <a:endParaRPr lang="en-AU" sz="10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D952071-5EE9-F9FC-D717-67D217DADCED}"/>
              </a:ext>
            </a:extLst>
          </p:cNvPr>
          <p:cNvSpPr txBox="1"/>
          <p:nvPr/>
        </p:nvSpPr>
        <p:spPr>
          <a:xfrm>
            <a:off x="5081954" y="-35146"/>
            <a:ext cx="1818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/>
              <a:t>tES</a:t>
            </a:r>
            <a:r>
              <a:rPr lang="en-AU" sz="2400" dirty="0"/>
              <a:t>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9CC0F30-C4F4-3E0A-F949-C274C69A4712}"/>
              </a:ext>
            </a:extLst>
          </p:cNvPr>
          <p:cNvSpPr txBox="1"/>
          <p:nvPr/>
        </p:nvSpPr>
        <p:spPr>
          <a:xfrm>
            <a:off x="13513" y="2207657"/>
            <a:ext cx="251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Multiple pulse timing parameters</a:t>
            </a:r>
          </a:p>
          <a:p>
            <a:r>
              <a:rPr lang="en-AU" sz="1200" dirty="0"/>
              <a:t>(e.g., </a:t>
            </a:r>
            <a:r>
              <a:rPr lang="en-AU" sz="1200" dirty="0" err="1"/>
              <a:t>tPCS</a:t>
            </a:r>
            <a:r>
              <a:rPr lang="en-AU" sz="12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7011E-B122-BAC0-52FD-BCE41F7E3248}"/>
              </a:ext>
            </a:extLst>
          </p:cNvPr>
          <p:cNvSpPr txBox="1"/>
          <p:nvPr/>
        </p:nvSpPr>
        <p:spPr>
          <a:xfrm>
            <a:off x="4361922" y="348738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pulse_peak_positive_current</a:t>
            </a:r>
            <a:r>
              <a:rPr lang="en-AU" sz="1000" dirty="0"/>
              <a:t> = 1 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0D89F-76CA-5D01-AF6B-38D7F7B8C344}"/>
              </a:ext>
            </a:extLst>
          </p:cNvPr>
          <p:cNvSpPr txBox="1"/>
          <p:nvPr/>
        </p:nvSpPr>
        <p:spPr>
          <a:xfrm>
            <a:off x="4331401" y="1095501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pulse_peak_negative_current</a:t>
            </a:r>
            <a:r>
              <a:rPr lang="en-AU" sz="1000" dirty="0"/>
              <a:t> = 0 mA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6AC64AA-DBB3-373C-B7DD-969A6CD51E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3593132"/>
              </p:ext>
            </p:extLst>
          </p:nvPr>
        </p:nvGraphicFramePr>
        <p:xfrm>
          <a:off x="2322136" y="2379791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51966C4E-9FFB-2556-C36F-A93B83C24F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340166"/>
              </p:ext>
            </p:extLst>
          </p:nvPr>
        </p:nvGraphicFramePr>
        <p:xfrm>
          <a:off x="2896248" y="2382993"/>
          <a:ext cx="497245" cy="120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0" name="TextBox 289">
            <a:extLst>
              <a:ext uri="{FF2B5EF4-FFF2-40B4-BE49-F238E27FC236}">
                <a16:creationId xmlns:a16="http://schemas.microsoft.com/office/drawing/2014/main" id="{E039F325-C00D-28FB-8709-B010CBF6206B}"/>
              </a:ext>
            </a:extLst>
          </p:cNvPr>
          <p:cNvSpPr txBox="1"/>
          <p:nvPr/>
        </p:nvSpPr>
        <p:spPr>
          <a:xfrm>
            <a:off x="5954462" y="2233256"/>
            <a:ext cx="2511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tACS</a:t>
            </a:r>
            <a:endParaRPr lang="en-AU" sz="1200" dirty="0"/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09F2C7F-3279-AE83-137B-9C2DEDACCCEC}"/>
              </a:ext>
            </a:extLst>
          </p:cNvPr>
          <p:cNvCxnSpPr>
            <a:cxnSpLocks/>
          </p:cNvCxnSpPr>
          <p:nvPr/>
        </p:nvCxnSpPr>
        <p:spPr>
          <a:xfrm flipH="1" flipV="1">
            <a:off x="5738180" y="2164146"/>
            <a:ext cx="13506" cy="4686923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0F58CB52-D6C1-CD7C-22C3-5F339BF6C2D2}"/>
              </a:ext>
            </a:extLst>
          </p:cNvPr>
          <p:cNvGrpSpPr/>
          <p:nvPr/>
        </p:nvGrpSpPr>
        <p:grpSpPr>
          <a:xfrm>
            <a:off x="3023942" y="462990"/>
            <a:ext cx="1391959" cy="773725"/>
            <a:chOff x="3023942" y="908469"/>
            <a:chExt cx="1391959" cy="77372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B9DD72B-EBF1-589D-9923-20C6D638E4D4}"/>
                </a:ext>
              </a:extLst>
            </p:cNvPr>
            <p:cNvCxnSpPr>
              <a:cxnSpLocks/>
            </p:cNvCxnSpPr>
            <p:nvPr/>
          </p:nvCxnSpPr>
          <p:spPr>
            <a:xfrm>
              <a:off x="3329344" y="934143"/>
              <a:ext cx="6919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2F205C7-8D9F-30C1-7769-7E0F0153AFD5}"/>
                </a:ext>
              </a:extLst>
            </p:cNvPr>
            <p:cNvCxnSpPr>
              <a:cxnSpLocks/>
            </p:cNvCxnSpPr>
            <p:nvPr/>
          </p:nvCxnSpPr>
          <p:spPr>
            <a:xfrm>
              <a:off x="3091524" y="908469"/>
              <a:ext cx="1324377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512E123-B3D0-B297-DD8E-7FB16CB07E50}"/>
                </a:ext>
              </a:extLst>
            </p:cNvPr>
            <p:cNvCxnSpPr>
              <a:cxnSpLocks/>
            </p:cNvCxnSpPr>
            <p:nvPr/>
          </p:nvCxnSpPr>
          <p:spPr>
            <a:xfrm>
              <a:off x="3068409" y="1682194"/>
              <a:ext cx="130323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DA3533B1-CF06-47A7-909B-DF6E7ACB86A3}"/>
                </a:ext>
              </a:extLst>
            </p:cNvPr>
            <p:cNvCxnSpPr>
              <a:cxnSpLocks/>
            </p:cNvCxnSpPr>
            <p:nvPr/>
          </p:nvCxnSpPr>
          <p:spPr>
            <a:xfrm>
              <a:off x="3023942" y="1655062"/>
              <a:ext cx="161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56A84521-EC62-DD8E-7593-C62076529258}"/>
                </a:ext>
              </a:extLst>
            </p:cNvPr>
            <p:cNvCxnSpPr>
              <a:cxnSpLocks/>
            </p:cNvCxnSpPr>
            <p:nvPr/>
          </p:nvCxnSpPr>
          <p:spPr>
            <a:xfrm>
              <a:off x="4177417" y="1655012"/>
              <a:ext cx="161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E707C6F8-5DBA-B371-E340-ECBC6C6AEC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7269" y="934143"/>
              <a:ext cx="142075" cy="724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24580144-A39D-E943-CFE8-21F9E274B1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1282" y="940469"/>
              <a:ext cx="156135" cy="7076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B6C73F2-8325-E865-63A3-F606FD32064E}"/>
              </a:ext>
            </a:extLst>
          </p:cNvPr>
          <p:cNvGrpSpPr/>
          <p:nvPr/>
        </p:nvGrpSpPr>
        <p:grpSpPr>
          <a:xfrm flipV="1">
            <a:off x="7223364" y="1294568"/>
            <a:ext cx="1391959" cy="807351"/>
            <a:chOff x="3023942" y="908469"/>
            <a:chExt cx="1391959" cy="773725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7FE260FC-8BD6-4A2E-D16B-ACE0356F8220}"/>
                </a:ext>
              </a:extLst>
            </p:cNvPr>
            <p:cNvCxnSpPr>
              <a:cxnSpLocks/>
            </p:cNvCxnSpPr>
            <p:nvPr/>
          </p:nvCxnSpPr>
          <p:spPr>
            <a:xfrm>
              <a:off x="3329344" y="934143"/>
              <a:ext cx="6919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A71DBF6-CA4A-1EBA-1AE2-2F1E4183979C}"/>
                </a:ext>
              </a:extLst>
            </p:cNvPr>
            <p:cNvCxnSpPr>
              <a:cxnSpLocks/>
            </p:cNvCxnSpPr>
            <p:nvPr/>
          </p:nvCxnSpPr>
          <p:spPr>
            <a:xfrm>
              <a:off x="3091524" y="908469"/>
              <a:ext cx="1324377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0C0FC8ED-0A91-FBD4-4A3E-943E8A3FAFCA}"/>
                </a:ext>
              </a:extLst>
            </p:cNvPr>
            <p:cNvCxnSpPr>
              <a:cxnSpLocks/>
            </p:cNvCxnSpPr>
            <p:nvPr/>
          </p:nvCxnSpPr>
          <p:spPr>
            <a:xfrm>
              <a:off x="3068409" y="1682194"/>
              <a:ext cx="130323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4AECFEF8-B449-9D24-96CC-5CA8EB718BB3}"/>
                </a:ext>
              </a:extLst>
            </p:cNvPr>
            <p:cNvCxnSpPr>
              <a:cxnSpLocks/>
            </p:cNvCxnSpPr>
            <p:nvPr/>
          </p:nvCxnSpPr>
          <p:spPr>
            <a:xfrm>
              <a:off x="3023942" y="1655062"/>
              <a:ext cx="161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29B3451B-3DEB-0C84-73E4-DB8245603E19}"/>
                </a:ext>
              </a:extLst>
            </p:cNvPr>
            <p:cNvCxnSpPr>
              <a:cxnSpLocks/>
            </p:cNvCxnSpPr>
            <p:nvPr/>
          </p:nvCxnSpPr>
          <p:spPr>
            <a:xfrm>
              <a:off x="4177417" y="1655012"/>
              <a:ext cx="161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34C19FF7-95F0-980E-4772-7246625911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7269" y="934143"/>
              <a:ext cx="142075" cy="724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61C5C101-C221-DFB5-8AED-466A4AE4B4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1282" y="940469"/>
              <a:ext cx="156135" cy="7076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0C2B44F9-9468-A2B3-4BF4-0834845EC456}"/>
              </a:ext>
            </a:extLst>
          </p:cNvPr>
          <p:cNvSpPr txBox="1"/>
          <p:nvPr/>
        </p:nvSpPr>
        <p:spPr>
          <a:xfrm>
            <a:off x="3444473" y="-44692"/>
            <a:ext cx="1132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ANODE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44125ADC-3EAA-2EC7-15AF-7042A439B5B1}"/>
              </a:ext>
            </a:extLst>
          </p:cNvPr>
          <p:cNvGrpSpPr/>
          <p:nvPr/>
        </p:nvGrpSpPr>
        <p:grpSpPr>
          <a:xfrm>
            <a:off x="3185309" y="855928"/>
            <a:ext cx="144045" cy="54851"/>
            <a:chOff x="2492644" y="3165184"/>
            <a:chExt cx="591737" cy="64521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C40C3E92-89B7-046E-B070-9A51B20CF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18992F49-71A1-4320-AED3-90DBC02E5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A2351AD0-3019-D23E-CD1E-C33D626530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BA0FC477-9879-79AB-E111-E0F678E5E31C}"/>
              </a:ext>
            </a:extLst>
          </p:cNvPr>
          <p:cNvGrpSpPr/>
          <p:nvPr/>
        </p:nvGrpSpPr>
        <p:grpSpPr>
          <a:xfrm>
            <a:off x="4033372" y="855928"/>
            <a:ext cx="144045" cy="54851"/>
            <a:chOff x="2492644" y="3165184"/>
            <a:chExt cx="591737" cy="64521"/>
          </a:xfrm>
        </p:grpSpPr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F9CC7DF-39A3-B6C9-5F0D-9B81B94C4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FC5A2B9-0EE4-C600-2894-E34B45E508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BDEFC083-2F25-0A3B-8900-6AD255CFA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1CDACC48-12EF-34C0-67D8-725301406C11}"/>
              </a:ext>
            </a:extLst>
          </p:cNvPr>
          <p:cNvSpPr txBox="1"/>
          <p:nvPr/>
        </p:nvSpPr>
        <p:spPr>
          <a:xfrm>
            <a:off x="1412700" y="694734"/>
            <a:ext cx="1938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pulse_ramp_up_duration</a:t>
            </a:r>
            <a:r>
              <a:rPr lang="en-AU" sz="1000" dirty="0"/>
              <a:t> = 30s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39A6AFE3-B8F7-6EA4-D148-0257618DA12A}"/>
              </a:ext>
            </a:extLst>
          </p:cNvPr>
          <p:cNvSpPr txBox="1"/>
          <p:nvPr/>
        </p:nvSpPr>
        <p:spPr>
          <a:xfrm>
            <a:off x="4122234" y="686122"/>
            <a:ext cx="2182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pulse_ramp_down_duration</a:t>
            </a:r>
            <a:r>
              <a:rPr lang="en-AU" sz="1000" dirty="0"/>
              <a:t> = 30s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7548415-5016-0D38-505E-268BC8188879}"/>
              </a:ext>
            </a:extLst>
          </p:cNvPr>
          <p:cNvSpPr txBox="1"/>
          <p:nvPr/>
        </p:nvSpPr>
        <p:spPr>
          <a:xfrm>
            <a:off x="8711024" y="1173492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pulse_peak_positive_current</a:t>
            </a:r>
            <a:r>
              <a:rPr lang="en-AU" sz="1000" dirty="0"/>
              <a:t> = 0 mA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C291D5BD-B4D8-8FC2-4B99-FE5A75D4555C}"/>
              </a:ext>
            </a:extLst>
          </p:cNvPr>
          <p:cNvSpPr txBox="1"/>
          <p:nvPr/>
        </p:nvSpPr>
        <p:spPr>
          <a:xfrm>
            <a:off x="8615392" y="1964487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pulse_peak_negative_current</a:t>
            </a:r>
            <a:r>
              <a:rPr lang="en-AU" sz="1000" dirty="0"/>
              <a:t> = -1 mA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1152592F-4DED-154B-BE64-ECF33E43B04C}"/>
              </a:ext>
            </a:extLst>
          </p:cNvPr>
          <p:cNvSpPr txBox="1"/>
          <p:nvPr/>
        </p:nvSpPr>
        <p:spPr>
          <a:xfrm>
            <a:off x="7538408" y="-1658"/>
            <a:ext cx="1132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CATHODE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A3B4E302-DCF0-1E92-8F76-A96F00B74B5F}"/>
              </a:ext>
            </a:extLst>
          </p:cNvPr>
          <p:cNvSpPr txBox="1"/>
          <p:nvPr/>
        </p:nvSpPr>
        <p:spPr>
          <a:xfrm>
            <a:off x="10251005" y="103262"/>
            <a:ext cx="2011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stim_id</a:t>
            </a:r>
            <a:r>
              <a:rPr lang="en-AU" sz="1000" dirty="0"/>
              <a:t> = ‘stim1’</a:t>
            </a:r>
          </a:p>
          <a:p>
            <a:endParaRPr lang="en-AU" sz="1000" dirty="0"/>
          </a:p>
          <a:p>
            <a:r>
              <a:rPr lang="en-AU" sz="1000" i="1" dirty="0" err="1"/>
              <a:t>nibs.json</a:t>
            </a:r>
            <a:endParaRPr lang="en-AU" sz="1000" i="1" dirty="0"/>
          </a:p>
          <a:p>
            <a:r>
              <a:rPr lang="en-AU" sz="1000" dirty="0" err="1"/>
              <a:t>StimID</a:t>
            </a:r>
            <a:r>
              <a:rPr lang="en-AU" sz="1000" dirty="0"/>
              <a:t> = ‘stim1’</a:t>
            </a:r>
          </a:p>
          <a:p>
            <a:r>
              <a:rPr lang="en-AU" sz="1000" dirty="0" err="1"/>
              <a:t>StimDescription</a:t>
            </a:r>
            <a:r>
              <a:rPr lang="en-AU" sz="1000" dirty="0"/>
              <a:t> = ‘</a:t>
            </a:r>
            <a:r>
              <a:rPr lang="en-AU" sz="1000" dirty="0" err="1"/>
              <a:t>tDCS</a:t>
            </a:r>
            <a:r>
              <a:rPr lang="en-AU" sz="1000" dirty="0"/>
              <a:t>’</a:t>
            </a:r>
          </a:p>
          <a:p>
            <a:endParaRPr lang="en-AU" sz="1000" dirty="0"/>
          </a:p>
        </p:txBody>
      </p:sp>
      <p:graphicFrame>
        <p:nvGraphicFramePr>
          <p:cNvPr id="331" name="Chart 330">
            <a:extLst>
              <a:ext uri="{FF2B5EF4-FFF2-40B4-BE49-F238E27FC236}">
                <a16:creationId xmlns:a16="http://schemas.microsoft.com/office/drawing/2014/main" id="{27CC4837-2575-0D86-AD0E-466656F1A8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870904"/>
              </p:ext>
            </p:extLst>
          </p:nvPr>
        </p:nvGraphicFramePr>
        <p:xfrm>
          <a:off x="8050031" y="2386413"/>
          <a:ext cx="1978478" cy="1349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32" name="Group 331">
            <a:extLst>
              <a:ext uri="{FF2B5EF4-FFF2-40B4-BE49-F238E27FC236}">
                <a16:creationId xmlns:a16="http://schemas.microsoft.com/office/drawing/2014/main" id="{87521530-477E-0E8B-D08D-BBA8B7C9A4B2}"/>
              </a:ext>
            </a:extLst>
          </p:cNvPr>
          <p:cNvGrpSpPr/>
          <p:nvPr/>
        </p:nvGrpSpPr>
        <p:grpSpPr>
          <a:xfrm>
            <a:off x="8189347" y="3569597"/>
            <a:ext cx="1228153" cy="64936"/>
            <a:chOff x="2492644" y="3165184"/>
            <a:chExt cx="591737" cy="64521"/>
          </a:xfrm>
        </p:grpSpPr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7E9139A6-2119-326E-441B-17D100F8D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61B091AC-A4F8-FF46-DA3F-186D79C013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7C542F0E-F158-272E-2F7A-3A6273EC8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6" name="TextBox 335">
            <a:extLst>
              <a:ext uri="{FF2B5EF4-FFF2-40B4-BE49-F238E27FC236}">
                <a16:creationId xmlns:a16="http://schemas.microsoft.com/office/drawing/2014/main" id="{7ECC4035-EE1C-0E54-EE0F-32B5BBCB585B}"/>
              </a:ext>
            </a:extLst>
          </p:cNvPr>
          <p:cNvSpPr txBox="1"/>
          <p:nvPr/>
        </p:nvSpPr>
        <p:spPr>
          <a:xfrm>
            <a:off x="8129806" y="2310398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‘sinusoid’</a:t>
            </a: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4103566C-B591-097A-7372-82A71EB53FAA}"/>
              </a:ext>
            </a:extLst>
          </p:cNvPr>
          <p:cNvCxnSpPr>
            <a:cxnSpLocks/>
          </p:cNvCxnSpPr>
          <p:nvPr/>
        </p:nvCxnSpPr>
        <p:spPr>
          <a:xfrm>
            <a:off x="9417500" y="3060987"/>
            <a:ext cx="2724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402B54A0-98E9-B082-D1FD-6260F272089E}"/>
              </a:ext>
            </a:extLst>
          </p:cNvPr>
          <p:cNvCxnSpPr>
            <a:cxnSpLocks/>
          </p:cNvCxnSpPr>
          <p:nvPr/>
        </p:nvCxnSpPr>
        <p:spPr>
          <a:xfrm>
            <a:off x="8189347" y="2671831"/>
            <a:ext cx="132437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F75F82E7-3113-8EE3-B6CF-CC2F1A66395A}"/>
              </a:ext>
            </a:extLst>
          </p:cNvPr>
          <p:cNvCxnSpPr>
            <a:cxnSpLocks/>
          </p:cNvCxnSpPr>
          <p:nvPr/>
        </p:nvCxnSpPr>
        <p:spPr>
          <a:xfrm>
            <a:off x="8166232" y="3427970"/>
            <a:ext cx="1303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BA742642-F55A-D715-D050-CFC2DB843FA0}"/>
              </a:ext>
            </a:extLst>
          </p:cNvPr>
          <p:cNvSpPr txBox="1"/>
          <p:nvPr/>
        </p:nvSpPr>
        <p:spPr>
          <a:xfrm>
            <a:off x="9703104" y="2529542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pulse_peak_positive_current</a:t>
            </a:r>
            <a:r>
              <a:rPr lang="en-AU" sz="1000" dirty="0"/>
              <a:t> = 1 mA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9F965C16-0C99-AB28-0902-253F37BE2AEF}"/>
              </a:ext>
            </a:extLst>
          </p:cNvPr>
          <p:cNvSpPr txBox="1"/>
          <p:nvPr/>
        </p:nvSpPr>
        <p:spPr>
          <a:xfrm>
            <a:off x="9674374" y="3272004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pulse_peak_negative_current</a:t>
            </a:r>
            <a:r>
              <a:rPr lang="en-AU" sz="1000" dirty="0"/>
              <a:t> = -1 mA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2713A03E-E335-1213-6C2F-C82F17B92B60}"/>
              </a:ext>
            </a:extLst>
          </p:cNvPr>
          <p:cNvSpPr txBox="1"/>
          <p:nvPr/>
        </p:nvSpPr>
        <p:spPr>
          <a:xfrm>
            <a:off x="10100899" y="3004493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pulse_initial_phase</a:t>
            </a:r>
            <a:r>
              <a:rPr lang="en-AU" sz="1000" dirty="0"/>
              <a:t> = 0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F886622D-EF2B-CF50-E19C-8B6B51C13680}"/>
              </a:ext>
            </a:extLst>
          </p:cNvPr>
          <p:cNvSpPr txBox="1"/>
          <p:nvPr/>
        </p:nvSpPr>
        <p:spPr>
          <a:xfrm>
            <a:off x="8064404" y="3599136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pulse_duration</a:t>
            </a:r>
            <a:r>
              <a:rPr lang="en-AU" sz="1000" dirty="0"/>
              <a:t> = 10 mins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6A57CC8-968D-34D9-033E-591B96349E23}"/>
              </a:ext>
            </a:extLst>
          </p:cNvPr>
          <p:cNvSpPr txBox="1"/>
          <p:nvPr/>
        </p:nvSpPr>
        <p:spPr>
          <a:xfrm>
            <a:off x="10076393" y="2854484"/>
            <a:ext cx="2115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pulse_operating_frequency</a:t>
            </a:r>
            <a:r>
              <a:rPr lang="en-AU" sz="1000" dirty="0"/>
              <a:t> = 20 Hz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266868A-0D5D-93F0-141C-924D891B427F}"/>
              </a:ext>
            </a:extLst>
          </p:cNvPr>
          <p:cNvSpPr txBox="1"/>
          <p:nvPr/>
        </p:nvSpPr>
        <p:spPr>
          <a:xfrm>
            <a:off x="5936559" y="2463088"/>
            <a:ext cx="1909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Required:</a:t>
            </a:r>
          </a:p>
          <a:p>
            <a:r>
              <a:rPr lang="en-AU" sz="1000" dirty="0" err="1"/>
              <a:t>pulse_duration</a:t>
            </a:r>
            <a:endParaRPr lang="en-AU" sz="1000" dirty="0"/>
          </a:p>
          <a:p>
            <a:r>
              <a:rPr lang="en-AU" sz="1000" dirty="0" err="1"/>
              <a:t>pulse_waveform</a:t>
            </a:r>
            <a:endParaRPr lang="en-AU" sz="1000" dirty="0"/>
          </a:p>
          <a:p>
            <a:r>
              <a:rPr lang="en-AU" sz="1000" dirty="0" err="1"/>
              <a:t>pulse_peak_positive_current</a:t>
            </a:r>
            <a:endParaRPr lang="en-AU" sz="1000" dirty="0"/>
          </a:p>
          <a:p>
            <a:r>
              <a:rPr lang="en-AU" sz="1000" dirty="0" err="1"/>
              <a:t>pulse_peak_negative_current</a:t>
            </a:r>
            <a:endParaRPr lang="en-AU" sz="1000" dirty="0"/>
          </a:p>
          <a:p>
            <a:r>
              <a:rPr lang="en-AU" sz="1000" dirty="0" err="1"/>
              <a:t>pulse_operating_frequency</a:t>
            </a:r>
            <a:endParaRPr lang="en-AU" sz="1000" dirty="0"/>
          </a:p>
          <a:p>
            <a:r>
              <a:rPr lang="en-AU" sz="1000" dirty="0" err="1"/>
              <a:t>pulse_initial_phase</a:t>
            </a:r>
            <a:endParaRPr lang="en-AU" sz="1000" dirty="0"/>
          </a:p>
          <a:p>
            <a:endParaRPr lang="en-AU" sz="1000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073B33AE-A4E9-4C79-2A74-F6B4791894D2}"/>
              </a:ext>
            </a:extLst>
          </p:cNvPr>
          <p:cNvSpPr txBox="1"/>
          <p:nvPr/>
        </p:nvSpPr>
        <p:spPr>
          <a:xfrm>
            <a:off x="7037031" y="594959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‘rectangle’</a:t>
            </a:r>
          </a:p>
        </p:txBody>
      </p: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8FDF3065-A2B9-0283-A657-87529A043945}"/>
              </a:ext>
            </a:extLst>
          </p:cNvPr>
          <p:cNvGrpSpPr/>
          <p:nvPr/>
        </p:nvGrpSpPr>
        <p:grpSpPr>
          <a:xfrm>
            <a:off x="8224372" y="1699678"/>
            <a:ext cx="144045" cy="54851"/>
            <a:chOff x="2492644" y="3165184"/>
            <a:chExt cx="591737" cy="64521"/>
          </a:xfrm>
        </p:grpSpPr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28F66DAD-C8CB-3DC6-3CE8-91CC87F1E4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50698E0-6BE2-1D3D-9497-9ED05149FB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722F31E1-CABD-57B9-5700-2990D21A7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3" name="TextBox 352">
            <a:extLst>
              <a:ext uri="{FF2B5EF4-FFF2-40B4-BE49-F238E27FC236}">
                <a16:creationId xmlns:a16="http://schemas.microsoft.com/office/drawing/2014/main" id="{64BF3C1F-9B21-E244-DF48-EC6278E9B33E}"/>
              </a:ext>
            </a:extLst>
          </p:cNvPr>
          <p:cNvSpPr txBox="1"/>
          <p:nvPr/>
        </p:nvSpPr>
        <p:spPr>
          <a:xfrm>
            <a:off x="8466355" y="1594428"/>
            <a:ext cx="2182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pulse_ramp_down_duration</a:t>
            </a:r>
            <a:r>
              <a:rPr lang="en-AU" sz="1000" dirty="0"/>
              <a:t> = 30s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D367D90E-B8CE-3845-0B39-46BA4DD87EBC}"/>
              </a:ext>
            </a:extLst>
          </p:cNvPr>
          <p:cNvSpPr txBox="1"/>
          <p:nvPr/>
        </p:nvSpPr>
        <p:spPr>
          <a:xfrm>
            <a:off x="5463022" y="1594001"/>
            <a:ext cx="1938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pulse_ramp_up_duration</a:t>
            </a:r>
            <a:r>
              <a:rPr lang="en-AU" sz="1000" dirty="0"/>
              <a:t> = 30s</a:t>
            </a:r>
          </a:p>
        </p:txBody>
      </p: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1C9A356-D9FA-62FC-9920-25006927266B}"/>
              </a:ext>
            </a:extLst>
          </p:cNvPr>
          <p:cNvGrpSpPr/>
          <p:nvPr/>
        </p:nvGrpSpPr>
        <p:grpSpPr>
          <a:xfrm>
            <a:off x="7386172" y="1693817"/>
            <a:ext cx="144045" cy="54851"/>
            <a:chOff x="2492644" y="3165184"/>
            <a:chExt cx="591737" cy="64521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7C772C3B-E863-1AB8-F938-2793DAD90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1FDB766B-8405-77A1-71B6-39FBAB2BF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4DB67227-B71F-E648-21CA-92DA1D3A6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4F268259-2164-6091-62E0-13F0D9544CC4}"/>
              </a:ext>
            </a:extLst>
          </p:cNvPr>
          <p:cNvGrpSpPr/>
          <p:nvPr/>
        </p:nvGrpSpPr>
        <p:grpSpPr>
          <a:xfrm>
            <a:off x="7374604" y="1085540"/>
            <a:ext cx="992107" cy="133071"/>
            <a:chOff x="2492644" y="3165184"/>
            <a:chExt cx="591737" cy="64521"/>
          </a:xfrm>
        </p:grpSpPr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DAB3DEE1-A3E1-D6FD-2ED9-B1936430CF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56AB2530-829D-6C82-840F-4EBF9C1D0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888D494C-A46C-C76B-FC71-DDEAF8564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3" name="TextBox 362">
            <a:extLst>
              <a:ext uri="{FF2B5EF4-FFF2-40B4-BE49-F238E27FC236}">
                <a16:creationId xmlns:a16="http://schemas.microsoft.com/office/drawing/2014/main" id="{331894CE-D4FB-BF69-4933-06523FA8B257}"/>
              </a:ext>
            </a:extLst>
          </p:cNvPr>
          <p:cNvSpPr txBox="1"/>
          <p:nvPr/>
        </p:nvSpPr>
        <p:spPr>
          <a:xfrm>
            <a:off x="7098695" y="849280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pulse_duration</a:t>
            </a:r>
            <a:r>
              <a:rPr lang="en-AU" sz="1000" dirty="0"/>
              <a:t> = 10 mins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6E2DC1C9-9BF4-FE2A-F554-028772D4C6E6}"/>
              </a:ext>
            </a:extLst>
          </p:cNvPr>
          <p:cNvSpPr txBox="1"/>
          <p:nvPr/>
        </p:nvSpPr>
        <p:spPr>
          <a:xfrm>
            <a:off x="5954462" y="3753596"/>
            <a:ext cx="1249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tDCS</a:t>
            </a:r>
            <a:r>
              <a:rPr lang="en-AU" sz="1200" dirty="0"/>
              <a:t> + </a:t>
            </a:r>
            <a:r>
              <a:rPr lang="en-AU" sz="1200" dirty="0" err="1"/>
              <a:t>tACS</a:t>
            </a:r>
            <a:endParaRPr lang="en-AU" sz="1200" dirty="0"/>
          </a:p>
        </p:txBody>
      </p:sp>
      <p:graphicFrame>
        <p:nvGraphicFramePr>
          <p:cNvPr id="365" name="Chart 364">
            <a:extLst>
              <a:ext uri="{FF2B5EF4-FFF2-40B4-BE49-F238E27FC236}">
                <a16:creationId xmlns:a16="http://schemas.microsoft.com/office/drawing/2014/main" id="{054B0BEE-06DA-3AC0-86E1-695CD3A398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460826"/>
              </p:ext>
            </p:extLst>
          </p:nvPr>
        </p:nvGraphicFramePr>
        <p:xfrm>
          <a:off x="7965936" y="3882781"/>
          <a:ext cx="1978478" cy="1349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366" name="Group 365">
            <a:extLst>
              <a:ext uri="{FF2B5EF4-FFF2-40B4-BE49-F238E27FC236}">
                <a16:creationId xmlns:a16="http://schemas.microsoft.com/office/drawing/2014/main" id="{77235DAD-5F1C-5A2C-0157-A99183520723}"/>
              </a:ext>
            </a:extLst>
          </p:cNvPr>
          <p:cNvGrpSpPr/>
          <p:nvPr/>
        </p:nvGrpSpPr>
        <p:grpSpPr>
          <a:xfrm>
            <a:off x="8105252" y="5065965"/>
            <a:ext cx="1228153" cy="64936"/>
            <a:chOff x="2492644" y="3165184"/>
            <a:chExt cx="591737" cy="64521"/>
          </a:xfrm>
        </p:grpSpPr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10C961C7-4E89-0BAF-84FC-28EC99169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1027" y="3194494"/>
              <a:ext cx="5833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0ACE39A0-5FD6-493C-FE5F-596C1CBBA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9800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790DAD58-140F-FBF5-9F39-62B05A42D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644" y="3165184"/>
              <a:ext cx="0" cy="64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0" name="TextBox 369">
            <a:extLst>
              <a:ext uri="{FF2B5EF4-FFF2-40B4-BE49-F238E27FC236}">
                <a16:creationId xmlns:a16="http://schemas.microsoft.com/office/drawing/2014/main" id="{DD5DE0F8-11A1-4194-2F90-4FAA6D75176A}"/>
              </a:ext>
            </a:extLst>
          </p:cNvPr>
          <p:cNvSpPr txBox="1"/>
          <p:nvPr/>
        </p:nvSpPr>
        <p:spPr>
          <a:xfrm>
            <a:off x="8054995" y="3811576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‘sinusoid’</a:t>
            </a:r>
          </a:p>
        </p:txBody>
      </p: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9227A112-9D28-2C08-8927-24D89DE543F1}"/>
              </a:ext>
            </a:extLst>
          </p:cNvPr>
          <p:cNvCxnSpPr>
            <a:cxnSpLocks/>
          </p:cNvCxnSpPr>
          <p:nvPr/>
        </p:nvCxnSpPr>
        <p:spPr>
          <a:xfrm>
            <a:off x="7739066" y="4869365"/>
            <a:ext cx="2724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AEDB3F0F-B8EB-607D-FB90-B4BC654EFADA}"/>
              </a:ext>
            </a:extLst>
          </p:cNvPr>
          <p:cNvCxnSpPr>
            <a:cxnSpLocks/>
          </p:cNvCxnSpPr>
          <p:nvPr/>
        </p:nvCxnSpPr>
        <p:spPr>
          <a:xfrm>
            <a:off x="8105252" y="4168199"/>
            <a:ext cx="132437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60926B3F-2A7E-92F7-0F11-9D0F6A4A58A9}"/>
              </a:ext>
            </a:extLst>
          </p:cNvPr>
          <p:cNvCxnSpPr>
            <a:cxnSpLocks/>
          </p:cNvCxnSpPr>
          <p:nvPr/>
        </p:nvCxnSpPr>
        <p:spPr>
          <a:xfrm>
            <a:off x="8082137" y="4924338"/>
            <a:ext cx="1303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80080D60-F765-385A-3319-53EA07F2509C}"/>
              </a:ext>
            </a:extLst>
          </p:cNvPr>
          <p:cNvSpPr txBox="1"/>
          <p:nvPr/>
        </p:nvSpPr>
        <p:spPr>
          <a:xfrm>
            <a:off x="9619009" y="4025910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pulse_peak_positive_current</a:t>
            </a:r>
            <a:r>
              <a:rPr lang="en-AU" sz="1000" dirty="0"/>
              <a:t> = 2 mA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0933494-C0C0-D37D-747D-BD7766AA6989}"/>
              </a:ext>
            </a:extLst>
          </p:cNvPr>
          <p:cNvSpPr txBox="1"/>
          <p:nvPr/>
        </p:nvSpPr>
        <p:spPr>
          <a:xfrm>
            <a:off x="9773035" y="4746254"/>
            <a:ext cx="2551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pulse_peak_negative_current</a:t>
            </a:r>
            <a:r>
              <a:rPr lang="en-AU" sz="1000" dirty="0"/>
              <a:t> = 0 mA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55F1643B-BA5C-CCA8-C789-A2C43B583739}"/>
              </a:ext>
            </a:extLst>
          </p:cNvPr>
          <p:cNvSpPr txBox="1"/>
          <p:nvPr/>
        </p:nvSpPr>
        <p:spPr>
          <a:xfrm>
            <a:off x="10016804" y="4500861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pulse_initial_phase</a:t>
            </a:r>
            <a:r>
              <a:rPr lang="en-AU" sz="1000" dirty="0"/>
              <a:t> = 0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AEAF11B0-0088-64DC-1D13-FB7FF347F9D0}"/>
              </a:ext>
            </a:extLst>
          </p:cNvPr>
          <p:cNvSpPr txBox="1"/>
          <p:nvPr/>
        </p:nvSpPr>
        <p:spPr>
          <a:xfrm>
            <a:off x="7980309" y="5095504"/>
            <a:ext cx="1818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pulse_duration</a:t>
            </a:r>
            <a:r>
              <a:rPr lang="en-AU" sz="1000" dirty="0"/>
              <a:t> = 10 mins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68D464A-48C4-CA4E-AA3E-66AF5A221FF4}"/>
              </a:ext>
            </a:extLst>
          </p:cNvPr>
          <p:cNvSpPr txBox="1"/>
          <p:nvPr/>
        </p:nvSpPr>
        <p:spPr>
          <a:xfrm>
            <a:off x="9992298" y="4350852"/>
            <a:ext cx="2115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pulse_operating_frequency</a:t>
            </a:r>
            <a:r>
              <a:rPr lang="en-AU" sz="1000" dirty="0"/>
              <a:t> = 20 Hz</a:t>
            </a:r>
          </a:p>
        </p:txBody>
      </p: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CDAD228E-BAD0-58CC-672D-821350764BC7}"/>
              </a:ext>
            </a:extLst>
          </p:cNvPr>
          <p:cNvCxnSpPr>
            <a:cxnSpLocks/>
          </p:cNvCxnSpPr>
          <p:nvPr/>
        </p:nvCxnSpPr>
        <p:spPr>
          <a:xfrm flipV="1">
            <a:off x="8010992" y="4574946"/>
            <a:ext cx="83793" cy="29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F4D18293-82A9-7169-CDF5-59205160A091}"/>
              </a:ext>
            </a:extLst>
          </p:cNvPr>
          <p:cNvCxnSpPr>
            <a:cxnSpLocks/>
          </p:cNvCxnSpPr>
          <p:nvPr/>
        </p:nvCxnSpPr>
        <p:spPr>
          <a:xfrm flipH="1" flipV="1">
            <a:off x="9331569" y="4557526"/>
            <a:ext cx="93785" cy="311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46B454A6-4E54-A802-E8E7-006F3FC4EED5}"/>
              </a:ext>
            </a:extLst>
          </p:cNvPr>
          <p:cNvCxnSpPr>
            <a:cxnSpLocks/>
          </p:cNvCxnSpPr>
          <p:nvPr/>
        </p:nvCxnSpPr>
        <p:spPr>
          <a:xfrm>
            <a:off x="9442143" y="4869365"/>
            <a:ext cx="2724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D0FE1C6E-E760-E722-4B82-955DA26FF7B5}"/>
              </a:ext>
            </a:extLst>
          </p:cNvPr>
          <p:cNvSpPr txBox="1"/>
          <p:nvPr/>
        </p:nvSpPr>
        <p:spPr>
          <a:xfrm>
            <a:off x="5898610" y="3945304"/>
            <a:ext cx="1909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Required:</a:t>
            </a:r>
          </a:p>
          <a:p>
            <a:r>
              <a:rPr lang="en-AU" sz="1000" dirty="0" err="1"/>
              <a:t>pulse_duration</a:t>
            </a:r>
            <a:endParaRPr lang="en-AU" sz="1000" dirty="0"/>
          </a:p>
          <a:p>
            <a:r>
              <a:rPr lang="en-AU" sz="1000" dirty="0" err="1"/>
              <a:t>pulse_waveform</a:t>
            </a:r>
            <a:endParaRPr lang="en-AU" sz="1000" dirty="0"/>
          </a:p>
          <a:p>
            <a:r>
              <a:rPr lang="en-AU" sz="1000" dirty="0" err="1"/>
              <a:t>pulse_peak_positive_current</a:t>
            </a:r>
            <a:endParaRPr lang="en-AU" sz="1000" dirty="0"/>
          </a:p>
          <a:p>
            <a:r>
              <a:rPr lang="en-AU" sz="1000" dirty="0" err="1"/>
              <a:t>pulse_peak_negative_current</a:t>
            </a:r>
            <a:endParaRPr lang="en-AU" sz="1000" dirty="0"/>
          </a:p>
          <a:p>
            <a:r>
              <a:rPr lang="en-AU" sz="1000" dirty="0" err="1"/>
              <a:t>pulse_operating_frequency</a:t>
            </a:r>
            <a:endParaRPr lang="en-AU" sz="1000" dirty="0"/>
          </a:p>
          <a:p>
            <a:r>
              <a:rPr lang="en-AU" sz="1000" dirty="0" err="1"/>
              <a:t>pulse_initial_phase</a:t>
            </a:r>
            <a:endParaRPr lang="en-AU" sz="1000" dirty="0"/>
          </a:p>
          <a:p>
            <a:endParaRPr lang="en-AU" sz="1000" dirty="0"/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8C69655-4D2B-1AF0-8E80-1482B8FC62D0}"/>
              </a:ext>
            </a:extLst>
          </p:cNvPr>
          <p:cNvSpPr txBox="1"/>
          <p:nvPr/>
        </p:nvSpPr>
        <p:spPr>
          <a:xfrm>
            <a:off x="5898610" y="5290031"/>
            <a:ext cx="1249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tRNS</a:t>
            </a:r>
            <a:endParaRPr lang="en-AU" sz="1200" dirty="0"/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200C415-8974-DBB8-9A3F-7608ED91A461}"/>
              </a:ext>
            </a:extLst>
          </p:cNvPr>
          <p:cNvGrpSpPr/>
          <p:nvPr/>
        </p:nvGrpSpPr>
        <p:grpSpPr>
          <a:xfrm>
            <a:off x="2459993" y="2769340"/>
            <a:ext cx="100577" cy="211016"/>
            <a:chOff x="2506889" y="2769340"/>
            <a:chExt cx="100577" cy="211016"/>
          </a:xfrm>
        </p:grpSpPr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FA4F0605-5B23-CF92-29EC-67B8EF5E0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14180B8-768A-2036-8E8F-B26473DF0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52C11DE1-C22F-B0E1-9673-69466762B7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2AADBC5E-96A4-77D7-BA56-3F44C8E62188}"/>
              </a:ext>
            </a:extLst>
          </p:cNvPr>
          <p:cNvGrpSpPr/>
          <p:nvPr/>
        </p:nvGrpSpPr>
        <p:grpSpPr>
          <a:xfrm>
            <a:off x="2588945" y="2769333"/>
            <a:ext cx="100577" cy="211016"/>
            <a:chOff x="2506889" y="2769340"/>
            <a:chExt cx="100577" cy="211016"/>
          </a:xfrm>
        </p:grpSpPr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3C9E4821-277A-E894-7278-72F468512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EA053C47-840A-9AAD-F201-230333C24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9FABA85D-3AF6-9B94-96CC-080F5CA13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882888DC-68BD-4EF8-DF1A-5F9D3B3CE9C6}"/>
              </a:ext>
            </a:extLst>
          </p:cNvPr>
          <p:cNvGrpSpPr/>
          <p:nvPr/>
        </p:nvGrpSpPr>
        <p:grpSpPr>
          <a:xfrm>
            <a:off x="2717897" y="2769327"/>
            <a:ext cx="100577" cy="211016"/>
            <a:chOff x="2506889" y="2769340"/>
            <a:chExt cx="100577" cy="211016"/>
          </a:xfrm>
        </p:grpSpPr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1B5678BB-CD5D-BD0D-81EC-8E83878A8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C0F7923C-C234-289B-F53D-AD4E7ED69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BEF2E2E8-16D5-BAC1-3013-3407E47FC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9638208-FA6F-8E37-4F1A-C18BB8DB74F7}"/>
              </a:ext>
            </a:extLst>
          </p:cNvPr>
          <p:cNvGrpSpPr/>
          <p:nvPr/>
        </p:nvGrpSpPr>
        <p:grpSpPr>
          <a:xfrm>
            <a:off x="3047829" y="2770681"/>
            <a:ext cx="100577" cy="211016"/>
            <a:chOff x="2506889" y="2769340"/>
            <a:chExt cx="100577" cy="211016"/>
          </a:xfrm>
        </p:grpSpPr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1E6E562-339D-B91D-6537-81F9A30ED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3E7F6708-52A0-7F76-459C-55A4EB97D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2A5A9729-404B-B0D7-DAAA-7F71BEDEF4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D727C99C-3206-5043-B194-101ACBA1DA82}"/>
              </a:ext>
            </a:extLst>
          </p:cNvPr>
          <p:cNvGrpSpPr/>
          <p:nvPr/>
        </p:nvGrpSpPr>
        <p:grpSpPr>
          <a:xfrm>
            <a:off x="3176781" y="2770674"/>
            <a:ext cx="100577" cy="211016"/>
            <a:chOff x="2506889" y="2769340"/>
            <a:chExt cx="100577" cy="211016"/>
          </a:xfrm>
        </p:grpSpPr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5DA32E5F-04B5-BD05-69C1-5B780514A6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F040D301-1449-83BA-CD4E-EF0D7E4325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0B2FCC9C-2649-6E3D-E53A-473D39F9A3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01DF504F-3CB5-4B29-BAF3-4F181BA2B114}"/>
              </a:ext>
            </a:extLst>
          </p:cNvPr>
          <p:cNvGrpSpPr/>
          <p:nvPr/>
        </p:nvGrpSpPr>
        <p:grpSpPr>
          <a:xfrm>
            <a:off x="3305733" y="2770668"/>
            <a:ext cx="100577" cy="211016"/>
            <a:chOff x="2506889" y="2769340"/>
            <a:chExt cx="100577" cy="211016"/>
          </a:xfrm>
        </p:grpSpPr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B991DE2B-95BE-5607-C28C-8E2DB6355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6B72ADB8-217D-489D-5B3F-450F4A5E5E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A07F252D-5C3A-0F56-C07B-BBE5ED145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43BFC621-2319-3958-96E3-59B564D6F870}"/>
              </a:ext>
            </a:extLst>
          </p:cNvPr>
          <p:cNvGrpSpPr/>
          <p:nvPr/>
        </p:nvGrpSpPr>
        <p:grpSpPr>
          <a:xfrm>
            <a:off x="3570655" y="2763779"/>
            <a:ext cx="100577" cy="211016"/>
            <a:chOff x="2506889" y="2769340"/>
            <a:chExt cx="100577" cy="211016"/>
          </a:xfrm>
        </p:grpSpPr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A6686E4A-F89A-68E1-3052-6E7A80301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1584162D-D00B-8268-4665-355140EAF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E097FAC4-E8DE-E4A7-ED67-63D3FAE4E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79A7FFEA-F8FC-7D01-6525-6769FEAA5924}"/>
              </a:ext>
            </a:extLst>
          </p:cNvPr>
          <p:cNvGrpSpPr/>
          <p:nvPr/>
        </p:nvGrpSpPr>
        <p:grpSpPr>
          <a:xfrm>
            <a:off x="3699607" y="2763772"/>
            <a:ext cx="100577" cy="211016"/>
            <a:chOff x="2506889" y="2769340"/>
            <a:chExt cx="100577" cy="211016"/>
          </a:xfrm>
        </p:grpSpPr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68FEBDEA-8E4A-EAA9-1536-9CE511C4B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BAFFE53A-5410-5B59-92F5-72F6127C7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B6B74A99-4CCB-FF28-0623-F522D5441E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157FD0AE-BE8A-CDFC-515F-BCA57B04DFE8}"/>
              </a:ext>
            </a:extLst>
          </p:cNvPr>
          <p:cNvGrpSpPr/>
          <p:nvPr/>
        </p:nvGrpSpPr>
        <p:grpSpPr>
          <a:xfrm>
            <a:off x="3828559" y="2763766"/>
            <a:ext cx="100577" cy="211016"/>
            <a:chOff x="2506889" y="2769340"/>
            <a:chExt cx="100577" cy="211016"/>
          </a:xfrm>
        </p:grpSpPr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B0A515F3-416F-20E7-BEC6-6E9D8A888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2751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B9C7EC89-C9E2-FAC9-5815-A1821E4B2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7466" y="2769340"/>
              <a:ext cx="0" cy="211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6B380BDF-DAC4-1198-8FC8-3F865CB28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6889" y="2778300"/>
              <a:ext cx="1005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8" name="TextBox 457">
            <a:extLst>
              <a:ext uri="{FF2B5EF4-FFF2-40B4-BE49-F238E27FC236}">
                <a16:creationId xmlns:a16="http://schemas.microsoft.com/office/drawing/2014/main" id="{BD56C890-4317-578F-F2CF-2652D391794C}"/>
              </a:ext>
            </a:extLst>
          </p:cNvPr>
          <p:cNvSpPr txBox="1"/>
          <p:nvPr/>
        </p:nvSpPr>
        <p:spPr>
          <a:xfrm>
            <a:off x="7911663" y="5357451"/>
            <a:ext cx="2037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/>
              <a:t>pulse_waveform</a:t>
            </a:r>
            <a:r>
              <a:rPr lang="en-AU" sz="1000" dirty="0"/>
              <a:t> = ‘random noise’</a:t>
            </a:r>
          </a:p>
        </p:txBody>
      </p:sp>
    </p:spTree>
    <p:extLst>
      <p:ext uri="{BB962C8B-B14F-4D97-AF65-F5344CB8AC3E}">
        <p14:creationId xmlns:p14="http://schemas.microsoft.com/office/powerpoint/2010/main" val="79817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w Chapter: &quot;Transcranial Electrical Stimulation&quot; in Neural Engineering —  CCNY Neural Engineering Group">
            <a:extLst>
              <a:ext uri="{FF2B5EF4-FFF2-40B4-BE49-F238E27FC236}">
                <a16:creationId xmlns:a16="http://schemas.microsoft.com/office/drawing/2014/main" id="{D10E7177-ABC2-D411-160B-35516C41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21" y="0"/>
            <a:ext cx="5861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96B7E7-E164-BAC5-6186-E0E3A66AF160}"/>
              </a:ext>
            </a:extLst>
          </p:cNvPr>
          <p:cNvSpPr txBox="1"/>
          <p:nvPr/>
        </p:nvSpPr>
        <p:spPr>
          <a:xfrm>
            <a:off x="6635017" y="5515399"/>
            <a:ext cx="5169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FIGURE</a:t>
            </a:r>
          </a:p>
          <a:p>
            <a:r>
              <a:rPr lang="en-AU" dirty="0"/>
              <a:t>https://www.neuralengr.org/news/new-chapter-transcranial-electrical-stimulation-in-neural-engineering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E513F-8433-6E0B-76EC-009433B0013F}"/>
              </a:ext>
            </a:extLst>
          </p:cNvPr>
          <p:cNvSpPr txBox="1"/>
          <p:nvPr/>
        </p:nvSpPr>
        <p:spPr>
          <a:xfrm>
            <a:off x="6635017" y="485728"/>
            <a:ext cx="46540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Fundamentals of transcranial electric and magnetic stimulation dose: Definition, selection, and reporting practices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https://www.sciencedirect.com/science/article/pii/S1935861X11001495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07800-D074-7281-632C-E023D752D7E0}"/>
              </a:ext>
            </a:extLst>
          </p:cNvPr>
          <p:cNvSpPr txBox="1"/>
          <p:nvPr/>
        </p:nvSpPr>
        <p:spPr>
          <a:xfrm>
            <a:off x="6564923" y="2887033"/>
            <a:ext cx="5169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Transcranial electrical stimulation nomenclature</a:t>
            </a:r>
          </a:p>
          <a:p>
            <a:endParaRPr lang="en-AU" dirty="0"/>
          </a:p>
          <a:p>
            <a:r>
              <a:rPr lang="en-AU" dirty="0"/>
              <a:t>https://www.sciencedirect.com/science/article/pii/S1935861X19302943</a:t>
            </a:r>
          </a:p>
        </p:txBody>
      </p:sp>
    </p:spTree>
    <p:extLst>
      <p:ext uri="{BB962C8B-B14F-4D97-AF65-F5344CB8AC3E}">
        <p14:creationId xmlns:p14="http://schemas.microsoft.com/office/powerpoint/2010/main" val="75441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8EAB-2D98-F9BB-91C7-2DADB1CE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751F37-3130-7140-E58B-4F6A4C536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683899"/>
              </p:ext>
            </p:extLst>
          </p:nvPr>
        </p:nvGraphicFramePr>
        <p:xfrm>
          <a:off x="322385" y="1453008"/>
          <a:ext cx="11594121" cy="493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927">
                  <a:extLst>
                    <a:ext uri="{9D8B030D-6E8A-4147-A177-3AD203B41FA5}">
                      <a16:colId xmlns:a16="http://schemas.microsoft.com/office/drawing/2014/main" val="3539826412"/>
                    </a:ext>
                  </a:extLst>
                </a:gridCol>
                <a:gridCol w="2833729">
                  <a:extLst>
                    <a:ext uri="{9D8B030D-6E8A-4147-A177-3AD203B41FA5}">
                      <a16:colId xmlns:a16="http://schemas.microsoft.com/office/drawing/2014/main" val="1863496724"/>
                    </a:ext>
                  </a:extLst>
                </a:gridCol>
                <a:gridCol w="3327331">
                  <a:extLst>
                    <a:ext uri="{9D8B030D-6E8A-4147-A177-3AD203B41FA5}">
                      <a16:colId xmlns:a16="http://schemas.microsoft.com/office/drawing/2014/main" val="299769321"/>
                    </a:ext>
                  </a:extLst>
                </a:gridCol>
                <a:gridCol w="2859134">
                  <a:extLst>
                    <a:ext uri="{9D8B030D-6E8A-4147-A177-3AD203B41FA5}">
                      <a16:colId xmlns:a16="http://schemas.microsoft.com/office/drawing/2014/main" val="3776062356"/>
                    </a:ext>
                  </a:extLst>
                </a:gridCol>
              </a:tblGrid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Nigel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Additions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Alternatives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89325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Waveform/shape</a:t>
                      </a:r>
                    </a:p>
                    <a:p>
                      <a:r>
                        <a:rPr lang="en-AU" sz="1100" dirty="0"/>
                        <a:t>(Are waveform and shape separate parameters? – stimulus waveform typically describes the entire stimulation so perhaps shape is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stimulus_shape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If = ‘sinusoid’:</a:t>
                      </a:r>
                    </a:p>
                    <a:p>
                      <a:r>
                        <a:rPr lang="en-AU" sz="1100" dirty="0" err="1"/>
                        <a:t>stimulus_operating_frequency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stimulus_operating_phase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8593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stimulus_duration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stimulus_width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5108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Amplitude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stimulus_intensity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stimulus_peak_positive_pressure</a:t>
                      </a:r>
                      <a:r>
                        <a:rPr lang="en-AU" sz="1100" dirty="0"/>
                        <a:t> (TUS)</a:t>
                      </a:r>
                    </a:p>
                    <a:p>
                      <a:r>
                        <a:rPr lang="en-AU" sz="1100" dirty="0" err="1"/>
                        <a:t>stimulus_peak_negative_pressure</a:t>
                      </a:r>
                      <a:r>
                        <a:rPr lang="en-AU" sz="1100" dirty="0"/>
                        <a:t> (TUS)</a:t>
                      </a:r>
                    </a:p>
                    <a:p>
                      <a:r>
                        <a:rPr lang="en-AU" sz="1100" dirty="0" err="1"/>
                        <a:t>stimulus_peak_positive_current</a:t>
                      </a:r>
                      <a:r>
                        <a:rPr lang="en-AU" sz="1100" dirty="0"/>
                        <a:t> (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r>
                        <a:rPr lang="en-AU" sz="1100" dirty="0" err="1"/>
                        <a:t>stimulus_peak_negative_current</a:t>
                      </a:r>
                      <a:r>
                        <a:rPr lang="en-AU" sz="1100" dirty="0"/>
                        <a:t> (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stimulus_amplitude_machine</a:t>
                      </a:r>
                      <a:r>
                        <a:rPr lang="en-AU" sz="1100" dirty="0"/>
                        <a:t> (TMS)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 err="1"/>
                        <a:t>stimulus_amplitude_mso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stimulus_amplitude_didt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stimulus_amplitude_maximum</a:t>
                      </a:r>
                      <a:r>
                        <a:rPr lang="en-AU" sz="1100" dirty="0"/>
                        <a:t> (TUS, 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r>
                        <a:rPr lang="en-AU" sz="1100" dirty="0" err="1"/>
                        <a:t>stimulus_amplitude_minimum</a:t>
                      </a:r>
                      <a:r>
                        <a:rPr lang="en-AU" sz="1100" dirty="0"/>
                        <a:t> (TUS, 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919590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Amplitude ramp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stimulus_ramp_duration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stimulus_ramp_shape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stimulus_ramp_up_duration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stimulus_ramp_down_duration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2060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Polarity</a:t>
                      </a:r>
                    </a:p>
                    <a:p>
                      <a:endParaRPr lang="en-AU" sz="1100" dirty="0"/>
                    </a:p>
                    <a:p>
                      <a:r>
                        <a:rPr lang="en-AU" sz="1100" dirty="0"/>
                        <a:t>Related to current direction (not sure if this fits here – perhaps fits under coil position for TMS)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622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C3C5E4-14E4-32CC-C5B3-54D26E9ADF66}"/>
              </a:ext>
            </a:extLst>
          </p:cNvPr>
          <p:cNvSpPr txBox="1"/>
          <p:nvPr/>
        </p:nvSpPr>
        <p:spPr>
          <a:xfrm>
            <a:off x="2979127" y="126924"/>
            <a:ext cx="679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Nomenclature for stimulus/pulse (generalise)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2A9978-F0AB-1B15-26B4-6E735AE3C2A5}"/>
              </a:ext>
            </a:extLst>
          </p:cNvPr>
          <p:cNvSpPr txBox="1"/>
          <p:nvPr/>
        </p:nvSpPr>
        <p:spPr>
          <a:xfrm>
            <a:off x="562708" y="661285"/>
            <a:ext cx="11629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Event waveform = time varying signal making up an event.</a:t>
            </a:r>
          </a:p>
          <a:p>
            <a:r>
              <a:rPr lang="en-AU" dirty="0"/>
              <a:t>Event stimulus =  individual stimulation unit (might be problematic as stimulus is semantically loaded).</a:t>
            </a:r>
          </a:p>
        </p:txBody>
      </p:sp>
    </p:spTree>
    <p:extLst>
      <p:ext uri="{BB962C8B-B14F-4D97-AF65-F5344CB8AC3E}">
        <p14:creationId xmlns:p14="http://schemas.microsoft.com/office/powerpoint/2010/main" val="20686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01C2-B4B5-8868-BB80-E8386162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EA5616-3CA8-45C3-DD2D-42D681B17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953947"/>
              </p:ext>
            </p:extLst>
          </p:nvPr>
        </p:nvGraphicFramePr>
        <p:xfrm>
          <a:off x="322385" y="1453008"/>
          <a:ext cx="11594121" cy="493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927">
                  <a:extLst>
                    <a:ext uri="{9D8B030D-6E8A-4147-A177-3AD203B41FA5}">
                      <a16:colId xmlns:a16="http://schemas.microsoft.com/office/drawing/2014/main" val="3539826412"/>
                    </a:ext>
                  </a:extLst>
                </a:gridCol>
                <a:gridCol w="2833729">
                  <a:extLst>
                    <a:ext uri="{9D8B030D-6E8A-4147-A177-3AD203B41FA5}">
                      <a16:colId xmlns:a16="http://schemas.microsoft.com/office/drawing/2014/main" val="1863496724"/>
                    </a:ext>
                  </a:extLst>
                </a:gridCol>
                <a:gridCol w="3327331">
                  <a:extLst>
                    <a:ext uri="{9D8B030D-6E8A-4147-A177-3AD203B41FA5}">
                      <a16:colId xmlns:a16="http://schemas.microsoft.com/office/drawing/2014/main" val="299769321"/>
                    </a:ext>
                  </a:extLst>
                </a:gridCol>
                <a:gridCol w="2859134">
                  <a:extLst>
                    <a:ext uri="{9D8B030D-6E8A-4147-A177-3AD203B41FA5}">
                      <a16:colId xmlns:a16="http://schemas.microsoft.com/office/drawing/2014/main" val="3776062356"/>
                    </a:ext>
                  </a:extLst>
                </a:gridCol>
              </a:tblGrid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Nigel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Additions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Alternatives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89325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Waveform/shape</a:t>
                      </a:r>
                    </a:p>
                    <a:p>
                      <a:r>
                        <a:rPr lang="en-AU" sz="1100" dirty="0"/>
                        <a:t>(Are waveform and shape separate parameters? – stimulus waveform typically describes the entire stimulation so perhaps shape is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component_shape</a:t>
                      </a:r>
                      <a:r>
                        <a:rPr lang="en-AU" sz="1100" dirty="0"/>
                        <a:t> = ‘rectangular’, ‘sinusoidal’,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If = ‘sinusoid’:</a:t>
                      </a:r>
                    </a:p>
                    <a:p>
                      <a:r>
                        <a:rPr lang="en-AU" sz="1100" dirty="0" err="1"/>
                        <a:t>component_operating_frequency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component_operating_phase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8593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component_duration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component_width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5108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Amplitude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component_intensity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component_peak_positive_pressure</a:t>
                      </a:r>
                      <a:r>
                        <a:rPr lang="en-AU" sz="1100" dirty="0"/>
                        <a:t> (TUS)</a:t>
                      </a:r>
                    </a:p>
                    <a:p>
                      <a:r>
                        <a:rPr lang="en-AU" sz="1100" dirty="0" err="1"/>
                        <a:t>component_peak_negative_pressure</a:t>
                      </a:r>
                      <a:r>
                        <a:rPr lang="en-AU" sz="1100" dirty="0"/>
                        <a:t> (TUS)</a:t>
                      </a:r>
                    </a:p>
                    <a:p>
                      <a:r>
                        <a:rPr lang="en-AU" sz="1100" dirty="0" err="1"/>
                        <a:t>component_peak_positive_current</a:t>
                      </a:r>
                      <a:r>
                        <a:rPr lang="en-AU" sz="1100" dirty="0"/>
                        <a:t> (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r>
                        <a:rPr lang="en-AU" sz="1100" dirty="0" err="1"/>
                        <a:t>component_peak_negative_current</a:t>
                      </a:r>
                      <a:r>
                        <a:rPr lang="en-AU" sz="1100" dirty="0"/>
                        <a:t> (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component_amplitude_machine</a:t>
                      </a:r>
                      <a:r>
                        <a:rPr lang="en-AU" sz="1100" dirty="0"/>
                        <a:t> (TMS)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 err="1"/>
                        <a:t>component_amplitude_mso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component_amplitude_didt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component_amplitude_maximum</a:t>
                      </a:r>
                      <a:r>
                        <a:rPr lang="en-AU" sz="1100" dirty="0"/>
                        <a:t> (TUS, 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r>
                        <a:rPr lang="en-AU" sz="1100" dirty="0" err="1"/>
                        <a:t>component_amplitude_minimum</a:t>
                      </a:r>
                      <a:r>
                        <a:rPr lang="en-AU" sz="1100" dirty="0"/>
                        <a:t> (TUS, 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919590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Amplitude ramp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component_ramp_duration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component_ramp_shape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component_ramp_up_duration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component_ramp_down_duration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2060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Polarity</a:t>
                      </a:r>
                    </a:p>
                    <a:p>
                      <a:endParaRPr lang="en-AU" sz="1100" dirty="0"/>
                    </a:p>
                    <a:p>
                      <a:r>
                        <a:rPr lang="en-AU" sz="1100" dirty="0"/>
                        <a:t>Related to current direction (not sure if this fits here – perhaps fits under coil position for TMS)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622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5ED526-91AD-D5EB-7FCF-8A44D86F5079}"/>
              </a:ext>
            </a:extLst>
          </p:cNvPr>
          <p:cNvSpPr txBox="1"/>
          <p:nvPr/>
        </p:nvSpPr>
        <p:spPr>
          <a:xfrm>
            <a:off x="562708" y="661285"/>
            <a:ext cx="11629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Event waveform = time varying signal making up an event.</a:t>
            </a:r>
          </a:p>
          <a:p>
            <a:r>
              <a:rPr lang="en-AU" dirty="0"/>
              <a:t>Event component =  individual stimulation unit.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EEE21-39AA-4AD5-7313-B96F6A983EED}"/>
              </a:ext>
            </a:extLst>
          </p:cNvPr>
          <p:cNvSpPr txBox="1"/>
          <p:nvPr/>
        </p:nvSpPr>
        <p:spPr>
          <a:xfrm>
            <a:off x="2979127" y="126924"/>
            <a:ext cx="679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Nomenclature for stimulus/pulse (generalise)</a:t>
            </a:r>
          </a:p>
        </p:txBody>
      </p:sp>
    </p:spTree>
    <p:extLst>
      <p:ext uri="{BB962C8B-B14F-4D97-AF65-F5344CB8AC3E}">
        <p14:creationId xmlns:p14="http://schemas.microsoft.com/office/powerpoint/2010/main" val="119870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EF9B-521E-CDE4-946E-0FD87769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CDE426-0BCD-E800-513F-67950AE25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26433"/>
              </p:ext>
            </p:extLst>
          </p:nvPr>
        </p:nvGraphicFramePr>
        <p:xfrm>
          <a:off x="322385" y="1710920"/>
          <a:ext cx="11594121" cy="4932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927">
                  <a:extLst>
                    <a:ext uri="{9D8B030D-6E8A-4147-A177-3AD203B41FA5}">
                      <a16:colId xmlns:a16="http://schemas.microsoft.com/office/drawing/2014/main" val="3539826412"/>
                    </a:ext>
                  </a:extLst>
                </a:gridCol>
                <a:gridCol w="2833729">
                  <a:extLst>
                    <a:ext uri="{9D8B030D-6E8A-4147-A177-3AD203B41FA5}">
                      <a16:colId xmlns:a16="http://schemas.microsoft.com/office/drawing/2014/main" val="1863496724"/>
                    </a:ext>
                  </a:extLst>
                </a:gridCol>
                <a:gridCol w="3327331">
                  <a:extLst>
                    <a:ext uri="{9D8B030D-6E8A-4147-A177-3AD203B41FA5}">
                      <a16:colId xmlns:a16="http://schemas.microsoft.com/office/drawing/2014/main" val="299769321"/>
                    </a:ext>
                  </a:extLst>
                </a:gridCol>
                <a:gridCol w="2859134">
                  <a:extLst>
                    <a:ext uri="{9D8B030D-6E8A-4147-A177-3AD203B41FA5}">
                      <a16:colId xmlns:a16="http://schemas.microsoft.com/office/drawing/2014/main" val="3776062356"/>
                    </a:ext>
                  </a:extLst>
                </a:gridCol>
              </a:tblGrid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Nigel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Additions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Alternatives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89325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Waveform/shape</a:t>
                      </a:r>
                    </a:p>
                    <a:p>
                      <a:r>
                        <a:rPr lang="en-AU" sz="1100" dirty="0"/>
                        <a:t>(Are waveform and shape separate parameters? – stimulus waveform typically describes the entire stimulation so perhaps shape is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shape = ‘rectangular’, ‘sinusoidal’</a:t>
                      </a:r>
                    </a:p>
                    <a:p>
                      <a:endParaRPr lang="en-AU" sz="1100" dirty="0"/>
                    </a:p>
                    <a:p>
                      <a:r>
                        <a:rPr lang="en-AU" sz="1100" dirty="0"/>
                        <a:t>Where does monophasic/biphasic fit?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If = ‘sinusoidal’:</a:t>
                      </a:r>
                    </a:p>
                    <a:p>
                      <a:r>
                        <a:rPr lang="en-AU" sz="1100" dirty="0" err="1"/>
                        <a:t>operating_frequency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operating_phase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8593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width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5108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Amplitude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/>
                        <a:t>intensity (TMS)</a:t>
                      </a:r>
                    </a:p>
                    <a:p>
                      <a:r>
                        <a:rPr lang="en-AU" sz="1100" dirty="0" err="1"/>
                        <a:t>peak_positive_pressure</a:t>
                      </a:r>
                      <a:r>
                        <a:rPr lang="en-AU" sz="1100" dirty="0"/>
                        <a:t> (TUS)</a:t>
                      </a:r>
                    </a:p>
                    <a:p>
                      <a:r>
                        <a:rPr lang="en-AU" sz="1100" dirty="0" err="1"/>
                        <a:t>peak_negative_pressure</a:t>
                      </a:r>
                      <a:r>
                        <a:rPr lang="en-AU" sz="1100" dirty="0"/>
                        <a:t> (TUS)</a:t>
                      </a:r>
                    </a:p>
                    <a:p>
                      <a:r>
                        <a:rPr lang="en-AU" sz="1100" dirty="0" err="1"/>
                        <a:t>peak_positive_current</a:t>
                      </a:r>
                      <a:r>
                        <a:rPr lang="en-AU" sz="1100" dirty="0"/>
                        <a:t> (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r>
                        <a:rPr lang="en-AU" sz="1100" dirty="0" err="1"/>
                        <a:t>peak_negative_current</a:t>
                      </a:r>
                      <a:r>
                        <a:rPr lang="en-AU" sz="1100" dirty="0"/>
                        <a:t> (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amplitude_machine</a:t>
                      </a:r>
                      <a:r>
                        <a:rPr lang="en-AU" sz="1100" dirty="0"/>
                        <a:t> (TMS)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dirty="0" err="1"/>
                        <a:t>amplitude_mso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amplitude_didt</a:t>
                      </a:r>
                      <a:r>
                        <a:rPr lang="en-AU" sz="1100" dirty="0"/>
                        <a:t> (TMS)</a:t>
                      </a:r>
                    </a:p>
                    <a:p>
                      <a:r>
                        <a:rPr lang="en-AU" sz="1100" dirty="0" err="1"/>
                        <a:t>amplitude_maximum</a:t>
                      </a:r>
                      <a:r>
                        <a:rPr lang="en-AU" sz="1100" dirty="0"/>
                        <a:t> (TUS, 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  <a:p>
                      <a:r>
                        <a:rPr lang="en-AU" sz="1100" dirty="0" err="1"/>
                        <a:t>amplitude_minimum</a:t>
                      </a:r>
                      <a:r>
                        <a:rPr lang="en-AU" sz="1100" dirty="0"/>
                        <a:t> (TUS, </a:t>
                      </a:r>
                      <a:r>
                        <a:rPr lang="en-AU" sz="1100" dirty="0" err="1"/>
                        <a:t>tES</a:t>
                      </a:r>
                      <a:r>
                        <a:rPr lang="en-AU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919590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Amplitude ramp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ramp_duration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ramp_shape</a:t>
                      </a:r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100" dirty="0" err="1"/>
                        <a:t>ramp_up_duration</a:t>
                      </a:r>
                      <a:endParaRPr lang="en-AU" sz="1100" dirty="0"/>
                    </a:p>
                    <a:p>
                      <a:r>
                        <a:rPr lang="en-AU" sz="1100" dirty="0" err="1"/>
                        <a:t>ramp_down_duration</a:t>
                      </a:r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2060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sz="1100" dirty="0"/>
                        <a:t>Polarity</a:t>
                      </a:r>
                    </a:p>
                    <a:p>
                      <a:endParaRPr lang="en-AU" sz="1100" dirty="0"/>
                    </a:p>
                    <a:p>
                      <a:r>
                        <a:rPr lang="en-AU" sz="1100" dirty="0"/>
                        <a:t>Related to current direction (not sure if this fits here – perhaps fits under coil position for TMS)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622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F6ADDE-0805-B756-C5FA-F524B7BE6391}"/>
              </a:ext>
            </a:extLst>
          </p:cNvPr>
          <p:cNvSpPr txBox="1"/>
          <p:nvPr/>
        </p:nvSpPr>
        <p:spPr>
          <a:xfrm>
            <a:off x="3533042" y="136467"/>
            <a:ext cx="568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Nomenclature for stimulus/pulse (split)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3E7CA-BCD6-65E6-B4D6-B0015476520A}"/>
              </a:ext>
            </a:extLst>
          </p:cNvPr>
          <p:cNvSpPr txBox="1"/>
          <p:nvPr/>
        </p:nvSpPr>
        <p:spPr>
          <a:xfrm>
            <a:off x="562708" y="661285"/>
            <a:ext cx="11629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 err="1"/>
              <a:t>Event_waveform_type</a:t>
            </a:r>
            <a:r>
              <a:rPr lang="en-AU" dirty="0"/>
              <a:t> = ‘pulse-based’ or ‘continuous’.</a:t>
            </a:r>
          </a:p>
          <a:p>
            <a:r>
              <a:rPr lang="en-AU" dirty="0"/>
              <a:t>If ‘pulse-based’, parameters refer to individual pulses (e.g., TMS, TUS, TPCS). If ‘continuous’, parameters refer to continuous waveform (e.g., </a:t>
            </a:r>
            <a:r>
              <a:rPr lang="en-AU" dirty="0" err="1"/>
              <a:t>tDCS</a:t>
            </a:r>
            <a:r>
              <a:rPr lang="en-AU" dirty="0"/>
              <a:t>, </a:t>
            </a:r>
            <a:r>
              <a:rPr lang="en-AU" dirty="0" err="1"/>
              <a:t>tACS</a:t>
            </a:r>
            <a:r>
              <a:rPr lang="en-AU" dirty="0"/>
              <a:t>, </a:t>
            </a:r>
            <a:r>
              <a:rPr lang="en-AU" dirty="0" err="1"/>
              <a:t>tRNS</a:t>
            </a:r>
            <a:r>
              <a:rPr lang="en-AU" dirty="0"/>
              <a:t>). Need a definition of what constitutes ‘pulse-based’ vs ‘continuous’.</a:t>
            </a:r>
          </a:p>
        </p:txBody>
      </p:sp>
    </p:spTree>
    <p:extLst>
      <p:ext uri="{BB962C8B-B14F-4D97-AF65-F5344CB8AC3E}">
        <p14:creationId xmlns:p14="http://schemas.microsoft.com/office/powerpoint/2010/main" val="264346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C3D3DD-8CC7-8272-0078-13777989A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243723"/>
              </p:ext>
            </p:extLst>
          </p:nvPr>
        </p:nvGraphicFramePr>
        <p:xfrm>
          <a:off x="1400905" y="1453008"/>
          <a:ext cx="9677403" cy="448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271">
                  <a:extLst>
                    <a:ext uri="{9D8B030D-6E8A-4147-A177-3AD203B41FA5}">
                      <a16:colId xmlns:a16="http://schemas.microsoft.com/office/drawing/2014/main" val="3539826412"/>
                    </a:ext>
                  </a:extLst>
                </a:gridCol>
                <a:gridCol w="2186779">
                  <a:extLst>
                    <a:ext uri="{9D8B030D-6E8A-4147-A177-3AD203B41FA5}">
                      <a16:colId xmlns:a16="http://schemas.microsoft.com/office/drawing/2014/main" val="1863496724"/>
                    </a:ext>
                  </a:extLst>
                </a:gridCol>
                <a:gridCol w="2017636">
                  <a:extLst>
                    <a:ext uri="{9D8B030D-6E8A-4147-A177-3AD203B41FA5}">
                      <a16:colId xmlns:a16="http://schemas.microsoft.com/office/drawing/2014/main" val="299769321"/>
                    </a:ext>
                  </a:extLst>
                </a:gridCol>
                <a:gridCol w="1695578">
                  <a:extLst>
                    <a:ext uri="{9D8B030D-6E8A-4147-A177-3AD203B41FA5}">
                      <a16:colId xmlns:a16="http://schemas.microsoft.com/office/drawing/2014/main" val="3776062356"/>
                    </a:ext>
                  </a:extLst>
                </a:gridCol>
                <a:gridCol w="1518139">
                  <a:extLst>
                    <a:ext uri="{9D8B030D-6E8A-4147-A177-3AD203B41FA5}">
                      <a16:colId xmlns:a16="http://schemas.microsoft.com/office/drawing/2014/main" val="3835133573"/>
                    </a:ext>
                  </a:extLst>
                </a:gridCol>
              </a:tblGrid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Nesting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Nigel (ITRUSST)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Nigel (alt)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Nigel (alt 2)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893253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Layer 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Stimulus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5108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Layer 0</a:t>
                      </a:r>
                    </a:p>
                    <a:p>
                      <a:r>
                        <a:rPr lang="en-AU" dirty="0"/>
                        <a:t>Layer 0.5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Stimulus (instance)</a:t>
                      </a:r>
                    </a:p>
                    <a:p>
                      <a:r>
                        <a:rPr lang="en-AU" dirty="0"/>
                        <a:t>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Pulse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Stimulus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Component train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9540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Layer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Pulse train 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Stimulus train 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Component train repeat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919590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Layer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Repeat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Repeat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Repeat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20604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r>
                        <a:rPr lang="en-AU" dirty="0"/>
                        <a:t>Layer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Meta-protocol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Undefined (could use repeat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Undefined (could use repeat 3)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Undefined (could use repeat 3)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622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BC2000-A32A-4197-EC2F-32975667BD08}"/>
              </a:ext>
            </a:extLst>
          </p:cNvPr>
          <p:cNvSpPr txBox="1"/>
          <p:nvPr/>
        </p:nvSpPr>
        <p:spPr>
          <a:xfrm>
            <a:off x="2872155" y="351715"/>
            <a:ext cx="6787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Nomenclature for timings (generalise or only for ‘pulse-based’)</a:t>
            </a:r>
          </a:p>
        </p:txBody>
      </p:sp>
    </p:spTree>
    <p:extLst>
      <p:ext uri="{BB962C8B-B14F-4D97-AF65-F5344CB8AC3E}">
        <p14:creationId xmlns:p14="http://schemas.microsoft.com/office/powerpoint/2010/main" val="2176270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2309</Words>
  <Application>Microsoft Office PowerPoint</Application>
  <PresentationFormat>Widescreen</PresentationFormat>
  <Paragraphs>432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Nigel Rogasch</dc:creator>
  <cp:lastModifiedBy>Nigel Rogasch</cp:lastModifiedBy>
  <cp:revision>7</cp:revision>
  <dcterms:created xsi:type="dcterms:W3CDTF">2026-04-13T04:35:11Z</dcterms:created>
  <dcterms:modified xsi:type="dcterms:W3CDTF">2026-04-22T13:02:35Z</dcterms:modified>
</cp:coreProperties>
</file>