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246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7B7-45F5-AF5B-9BDF893B7E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3A5-4C00-B924-8E0737B397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FEF-4CF0-9C14-9B2B463957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D9E-4964-B038-4C1F8AB7C1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8D4-42CA-BCF1-0E957898E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D324-444C-8315-30D969443B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56C-4F6D-9332-D25A2866C1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A40-42DE-9EA0-7CB04F9E97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839-43B4-9277-F33888CB46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3DDEB-02B2-D37A-81A9-714D84D818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19257-DA33-9498-1CDE-703B1976AB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8D80B-9F3A-DE75-E444-1E553012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6CF7F-F32F-2B66-BF9B-C54C839D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EB0A0-80F7-90C9-7C6F-DC9924145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2834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575A9-73E6-064B-D58F-AA4FA9AA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8B13F-C827-60EA-57E7-FCDA92B0B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364B1-90BE-4CFE-8539-1548699B3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7BFEB-C688-F087-BA12-C52BB1802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27BFD-CADC-5D61-E2CC-E632283D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033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FCE95-5105-9855-5CD0-CAB1F155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A5ECBC-D2C6-FCE6-2FE2-4A84CD287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0FCF4-2B1C-4043-202D-2961C2103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23D0D-BD1F-7F0F-E989-7FF91B8F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18E9E-1AEF-F93C-133D-9BAE206D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7038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C9E5C-A455-D858-C282-E29FAA409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18A4B-7860-7BEA-81FD-5E95BBB00F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FFA8CF-0DBC-4733-8E6B-C7881817B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5E13E-B90B-85DC-9E0B-D09C1C8D8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ADCC8-349A-D156-6C41-896CFBB8D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194BB-AF83-95A0-F56A-A17AB8F51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987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A4FAE-6D2E-BCD7-F445-24DBF7A9D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A8032-2961-29DA-E53D-8F3F5C38F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52E9E-E403-BFEF-FEDB-DA16B483D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ED8E33-F559-ED24-5A1F-EAF3A96058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C1B52-3C34-37AD-650E-B319FB24D6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2FFE12-F3B4-E1BA-7381-56C2D5810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2F876-5D28-4233-3D0D-A44F941E2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D99B87-30BD-3D17-B56D-B5DE90A5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8398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7C074-B8FB-8E2D-769E-E1D64DF2C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DE1906-48AC-0000-84E5-A03D66F0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F85C3E-9790-EAA6-233D-E48C2A2D6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DA92E8-AA5B-9A73-FB64-DD8EDF989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0228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8030E8-759E-5A93-FCD9-B402DFD53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A1269C-86EF-0F6A-6292-B1106921D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B3C683-F5F7-2002-C759-15FAFC12A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398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7C56C-3BD5-77A6-AC81-FDAC8C5E2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A3350-A514-2D4A-22FC-F60BF7F6A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C1CA96-D273-4B92-EA94-D497AAC81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ECD7A7-1D24-072F-9ED2-A2197449B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37762B-4618-8A84-2875-21CBAFDF1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C93B1-F06E-D38C-81B8-2FDEC6E2D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8063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B0FD-7EB2-E10F-6749-B6DBA73D4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73C0A8-46C1-29AC-3D07-E61A7FECE3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36E799-6144-4C07-B3E6-79571E40C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D074B4-FB64-BB83-36D2-FDD68730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7446-23E2-D9C4-5B49-1F037A622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311857-A0DA-F37B-3D8D-9542D40A9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4665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C4184-A518-2D21-FBE0-4435F32C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A796DC-6366-2BE8-4D5E-B9908EE5C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4A991-EA3E-848B-4229-B003D74EC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FB2FC8-2190-927A-619F-2D3DA9985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2BD26-A77C-B40B-6BA0-2E6B6DC0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4372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02DB2-121E-675F-DD3B-906D11EE3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61EF2A-16B3-EE75-FB7A-1ECBFF0FE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E687F-FF31-F113-8890-24D90EF1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0CB4F-4825-29D8-30B3-29753116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1FE27-D874-7D1B-0ACC-A1B1F883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3732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AA7FFA-C5F8-F113-198A-CD2FAEDEE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DDBA1C-F9FC-6950-EAF3-77C4D4959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EAC88-6F6D-AFE1-5CFD-E2D7A0D7F5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D4AAE-87F1-49BA-A98E-415997C9383F}" type="datetimeFigureOut">
              <a:rPr lang="en-AU" smtClean="0"/>
              <a:t>14/04/2026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B3708-2C68-CF40-1177-F9632E4F4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DAE17-9421-C9AF-E8BB-C510131C5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9751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7.xml"/><Relationship Id="rId3" Type="http://schemas.openxmlformats.org/officeDocument/2006/relationships/chart" Target="../charts/chart2.xml"/><Relationship Id="rId7" Type="http://schemas.openxmlformats.org/officeDocument/2006/relationships/chart" Target="../charts/chart6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E71FB1A-9E67-5F64-C70B-0CE40F7D5BD0}"/>
              </a:ext>
            </a:extLst>
          </p:cNvPr>
          <p:cNvGrpSpPr/>
          <p:nvPr/>
        </p:nvGrpSpPr>
        <p:grpSpPr>
          <a:xfrm>
            <a:off x="2782444" y="877210"/>
            <a:ext cx="1447800" cy="912438"/>
            <a:chOff x="1852246" y="2053498"/>
            <a:chExt cx="1447800" cy="1279758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765A9FE-FB43-4A93-B3E1-5ED1F3FE912A}"/>
                </a:ext>
              </a:extLst>
            </p:cNvPr>
            <p:cNvSpPr/>
            <p:nvPr/>
          </p:nvSpPr>
          <p:spPr>
            <a:xfrm flipV="1">
              <a:off x="2403229" y="2053498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39D5F32-856E-02A7-0636-E3D9F5E33066}"/>
                </a:ext>
              </a:extLst>
            </p:cNvPr>
            <p:cNvCxnSpPr>
              <a:cxnSpLocks/>
            </p:cNvCxnSpPr>
            <p:nvPr/>
          </p:nvCxnSpPr>
          <p:spPr>
            <a:xfrm>
              <a:off x="1852246" y="2690440"/>
              <a:ext cx="5509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9595408-E171-B276-53F4-748387BE2DE9}"/>
                </a:ext>
              </a:extLst>
            </p:cNvPr>
            <p:cNvCxnSpPr>
              <a:cxnSpLocks/>
            </p:cNvCxnSpPr>
            <p:nvPr/>
          </p:nvCxnSpPr>
          <p:spPr>
            <a:xfrm>
              <a:off x="2718235" y="2690440"/>
              <a:ext cx="581811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6CFC12B-38E9-EDCF-6383-C1AA2ABD071D}"/>
                </a:ext>
              </a:extLst>
            </p:cNvPr>
            <p:cNvSpPr/>
            <p:nvPr/>
          </p:nvSpPr>
          <p:spPr>
            <a:xfrm rot="10800000" flipV="1">
              <a:off x="2557801" y="2690443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A8A926B-C482-16FD-1634-94837496A253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162D2C-C693-F87E-92F7-E92E9C5E9704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17FF69D-C17D-28E3-20E7-BEF6E2E8C8A4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3F15DDD-2029-0DA4-9EDC-DF0A5733CCA5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3DA4EF-CEF7-F9A3-BE78-2D38F6209C85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1C8540-7533-A59A-681D-202076BCF423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ED9F891-FBFE-034D-D1B6-F41A44FC1B1B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BEB6A92-B9BB-AF71-1EBE-5E7C9AECC331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E00B8FD-68D4-F0FC-B0A0-C37991B7D081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04F76B-7931-9F1B-8D93-92ECFD1F65E3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1C764EC-7A21-D9CA-6020-C1813756B22A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048A4E-24FB-BB23-5588-765162AC1658}"/>
              </a:ext>
            </a:extLst>
          </p:cNvPr>
          <p:cNvCxnSpPr>
            <a:cxnSpLocks/>
          </p:cNvCxnSpPr>
          <p:nvPr/>
        </p:nvCxnSpPr>
        <p:spPr>
          <a:xfrm flipV="1">
            <a:off x="245321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9FAAA5B-F691-9AEF-40CD-C86B6F536BF3}"/>
              </a:ext>
            </a:extLst>
          </p:cNvPr>
          <p:cNvCxnSpPr>
            <a:cxnSpLocks/>
          </p:cNvCxnSpPr>
          <p:nvPr/>
        </p:nvCxnSpPr>
        <p:spPr>
          <a:xfrm flipV="1">
            <a:off x="3031984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9092912-C677-78B6-AA61-414A952D5AEC}"/>
              </a:ext>
            </a:extLst>
          </p:cNvPr>
          <p:cNvCxnSpPr>
            <a:cxnSpLocks/>
          </p:cNvCxnSpPr>
          <p:nvPr/>
        </p:nvCxnSpPr>
        <p:spPr>
          <a:xfrm flipV="1">
            <a:off x="358297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162E9F-1146-1459-472A-3F76BAE36B15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73631D0-9CB4-A613-34CE-B2C529906DDC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ADDB514-1B70-BF77-67D1-A1C6D6633F1F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5AE608-0415-BA78-3184-65B87B9CDC34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EE6B6C5-3A51-FE84-2DA5-E83956C07C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3E5DC39C-8C25-69F4-B62F-5BF3CE031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FE699EB-8E64-3E3D-0439-3F1C3DAA3C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E3BEE0F-EAC2-6494-95A6-5C3059C162D5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14EBC7-5FB6-004F-1397-4E97DE75E0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12C2473-F8FE-E249-CBBE-7348F535F0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6D792BA-76DC-8CF4-3AAF-F0887AF5A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2460F7B-488A-926A-3848-17DAEE0DB8BC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89BFE72-ABD4-FA74-7122-EDF37822A7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DB73B06-ADA5-1856-3DB9-C70ECD3C17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E8E3048-F413-9A00-9F6D-5E92A15F0A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79D0E5C-33FD-7C48-0622-FD2FAF622726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508D7990-D743-7F4F-CC53-DF52FD47DE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99198CEC-326E-6BC0-3CC3-E285272EE0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3F36249-EBA4-B1A7-61F7-5C03FE10AA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53C2B48-F005-0FA8-DB27-5021B914616E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7281D2A-BF40-D09E-6DDF-D8588F72AB7D}"/>
              </a:ext>
            </a:extLst>
          </p:cNvPr>
          <p:cNvCxnSpPr>
            <a:cxnSpLocks/>
          </p:cNvCxnSpPr>
          <p:nvPr/>
        </p:nvCxnSpPr>
        <p:spPr>
          <a:xfrm flipV="1">
            <a:off x="227921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465A52-3AD5-BCB6-CD29-25EA5CBEEAF8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0D1A211C-0C80-4B34-90FC-48EB9851B808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6660B09-55A8-3EDF-224E-7CEDCE1B5F6B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1EA9234-28F1-D5EE-6668-63A635AB9417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90E64B3-94FF-A129-AC77-7EDDE2E257BA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403F949-8A64-80CB-5026-00D8F3854DF9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094989A-5A63-8D33-BCC5-A2D2087EDEDB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2CA7FCA-0514-EB55-FF61-449C1FC86B61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99463B0-D487-3428-997B-F27B824CD9F6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5818E96-8240-46D3-58FF-0561D7804BE5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719F7A-FD86-4551-1CCF-22358E7F2C34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3952531-7782-E9ED-CF95-644D20CAF357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CADDF8D-FD8A-F484-5BFD-2B59DB66773E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9F070EB-20E3-2E84-D49D-7F8D6360ED8C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04B0B87-54EE-A598-F583-A585D3AEAF32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50B11B2-1C7F-38FF-F9AB-A2A290843B9D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E76CB89-4484-1569-81A8-27C3F1A410DA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48174E1-8570-DCD2-39E2-026F3A6D1FD8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7C04DE10-F691-3A5D-36E1-5A4D77728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AD2EAA2-09D6-A1D7-5A76-711F9E2EB5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21CDE49-0534-8258-9914-DD131A11B9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81B268F-5652-D397-5666-926F80D88BD1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55D07DF-8142-00B5-6CCE-A3983C4C8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E23A2D9-2CDE-D8D1-3889-B03C800DC3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4379F25-69C8-6070-49C8-B65424B70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C06D50-5154-41D9-1FFF-190C7FB39175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91FE4CAA-E4FE-D74F-4742-A6924959F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BF7087A-C94E-9B6F-B720-968121ABFD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A004CA0-6097-599D-1B21-9850A48F87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1ABCDE5-E700-19C4-C9F7-55780D5149DF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C16E565-33A0-F5AC-64F1-9E944FAAFD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E303A32-C51C-27C6-4680-AF7FC702E6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8C0A8FD-04EA-D2BB-9D39-A48099D9D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B0182DB-E417-3A4C-A1B2-B8BE4137C66D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D45F080-D192-84D0-F13E-506ECAE16A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9B90DB93-FA7C-D1C3-716F-3DBE39F523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BD8CC5C-DD76-C564-6F96-631700238E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CF3DE6B-04DA-A62C-F861-2708C3A274A2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CEE45D5-7898-5A01-E1DC-925CA51511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CD32D579-183B-6815-FCF8-D39D1876A3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5B2D30DB-A8D4-C87E-067B-7245CCBE5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C88B78C-E6E1-D082-4397-B2541989E724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4A704CE-9CEC-AB16-6486-CB60984495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C88A6A6-8FC4-BA18-8CD7-27DAF648FE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B604EB3-93EB-E3B5-9E98-DA941AECE0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F5D6FCE2-3651-2188-03E7-404D0A960226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3610962-58D9-9D37-24FE-F367EC0B4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B35530E-B38F-5C2E-8596-264FD8070B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9ACC258-E670-1D8E-C82D-DFD22D2C0F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3B7CA97F-6276-41DA-B0FD-0013F1192476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73A09A9-C68A-2E78-756A-8289F32104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58F4FC7B-A252-4757-45B7-4C45ED6209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BFDA224F-AB73-9625-0A51-6482C0189C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926A2033-2E30-2320-073F-6059A387028B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AB5317F-34E9-3290-210F-D91B69651A58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5D0E47E-4317-957F-F700-132B8C2A0C32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65C65E63-1161-F8D0-5FE9-E17C9851A82E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74592D52-F13A-7112-8DE9-B079125319B1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307A4EAC-ACD4-9ABC-EAF0-E2D33F86F7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34871DA-85E2-DEF8-F267-5A24B25968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6EE2CA49-05E5-93A2-8FD5-610774AF2A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11D705D-C8A2-A0B5-4A09-7907931D7F4D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55A9AA6D-6B44-5CC3-4A3D-35543ADBA8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9D5B6675-8B83-0727-0390-8A94FF4756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C8C37615-FF47-38DD-9CCC-1FBF9076C4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104C239D-E250-8202-210E-68A0B2D623A6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07A7B048-8E3B-8802-0452-02859CA6AEB3}"/>
              </a:ext>
            </a:extLst>
          </p:cNvPr>
          <p:cNvSpPr txBox="1"/>
          <p:nvPr/>
        </p:nvSpPr>
        <p:spPr>
          <a:xfrm>
            <a:off x="83636" y="58428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D602D63D-28CF-E85B-7027-B350047DECA7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ABE2117-41C0-2A75-06D8-5BA93D2C1801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CEBFDCE-8CBC-1149-91AF-A342239FC6F0}"/>
              </a:ext>
            </a:extLst>
          </p:cNvPr>
          <p:cNvGrpSpPr/>
          <p:nvPr/>
        </p:nvGrpSpPr>
        <p:grpSpPr>
          <a:xfrm>
            <a:off x="3359323" y="1823821"/>
            <a:ext cx="270548" cy="52803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7D03035E-2939-8DAA-ADF7-144C7D354C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92AD88A-549F-BDA9-4F45-8A146A1995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80827F11-B723-281D-21FB-0D460AE9F2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86E8212B-1DEA-FF31-7BEF-0A53D28FE6D0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72537EC0-F55C-D482-3C63-30D93398B052}"/>
              </a:ext>
            </a:extLst>
          </p:cNvPr>
          <p:cNvSpPr txBox="1"/>
          <p:nvPr/>
        </p:nvSpPr>
        <p:spPr>
          <a:xfrm>
            <a:off x="3031984" y="188846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0.002 s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EF502854-CAC2-24FD-F38E-7654FEF921B4}"/>
              </a:ext>
            </a:extLst>
          </p:cNvPr>
          <p:cNvGrpSpPr/>
          <p:nvPr/>
        </p:nvGrpSpPr>
        <p:grpSpPr>
          <a:xfrm rot="16200000">
            <a:off x="2092262" y="1289483"/>
            <a:ext cx="928975" cy="69416"/>
            <a:chOff x="2492644" y="3165184"/>
            <a:chExt cx="591737" cy="64521"/>
          </a:xfrm>
        </p:grpSpPr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3C1E324-58AD-9A19-BE29-5C38344D7E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3B9C5E83-627A-FD93-CFFB-69CA50131B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7D7B51F-60AC-9A97-1AC9-269987679A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9279990C-F220-525F-D853-71D49163A01E}"/>
              </a:ext>
            </a:extLst>
          </p:cNvPr>
          <p:cNvSpPr txBox="1"/>
          <p:nvPr/>
        </p:nvSpPr>
        <p:spPr>
          <a:xfrm>
            <a:off x="2786354" y="56693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‘biphasic’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608DA97-C5A8-538D-C329-E9322A4F4895}"/>
              </a:ext>
            </a:extLst>
          </p:cNvPr>
          <p:cNvSpPr txBox="1"/>
          <p:nvPr/>
        </p:nvSpPr>
        <p:spPr>
          <a:xfrm>
            <a:off x="1540396" y="181650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pulse_intensity</a:t>
            </a:r>
            <a:r>
              <a:rPr lang="en-AU" sz="1000" dirty="0"/>
              <a:t> = 40 %MSO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CFF1318-3F43-7807-7F69-51FBDDEA11F1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1139DF1-7F51-33B5-F2BE-E73C2EDB058A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300F2B6-8CFC-9963-3C7B-32FC9B70C048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CE6F7EC-628C-7E8B-D001-659F5243FDE0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C7F28C4-5774-1799-0F51-D219D48068B7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4258736-2119-5562-D3B3-5B48D4E03311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64D0E43-8E84-337A-AF88-5BC87BAC09B9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85A1F14-BC33-45D4-1A82-A42929ACF9AA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5306438C-5FBA-2CF7-3747-FC3D5137699C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7ED0A7A5-4564-2CE8-46AA-FF32F40DD798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4003916D-D16D-FE8B-516A-1BC31AE939DB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7A6CB5B-D1AC-55C7-4948-8A43735232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7C8B3927-8EB1-0CFE-E10C-C2D5387D0D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E4A9BA12-D40B-C8EC-F0D2-D9332ACEF8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5CCD741C-FFF8-5A90-7114-B51D652FE342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_count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59FCB19-B463-16BB-AF39-7CFA7CBB7757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97B089B-B26E-A80E-822E-1D4D51999347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1FEFFAA8-0A18-38C3-3246-E05707878EC2}"/>
              </a:ext>
            </a:extLst>
          </p:cNvPr>
          <p:cNvSpPr txBox="1"/>
          <p:nvPr/>
        </p:nvSpPr>
        <p:spPr>
          <a:xfrm>
            <a:off x="83636" y="1267708"/>
            <a:ext cx="1456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pulse_intensity</a:t>
            </a:r>
            <a:endParaRPr lang="en-AU" sz="1000" dirty="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AA4D8F18-8701-2172-27AA-B61868552D5D}"/>
              </a:ext>
            </a:extLst>
          </p:cNvPr>
          <p:cNvCxnSpPr>
            <a:cxnSpLocks/>
          </p:cNvCxnSpPr>
          <p:nvPr/>
        </p:nvCxnSpPr>
        <p:spPr>
          <a:xfrm>
            <a:off x="6524956" y="2946715"/>
            <a:ext cx="1547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083F114-6C46-8E36-1932-088F0B4BEDBB}"/>
              </a:ext>
            </a:extLst>
          </p:cNvPr>
          <p:cNvCxnSpPr>
            <a:cxnSpLocks/>
          </p:cNvCxnSpPr>
          <p:nvPr/>
        </p:nvCxnSpPr>
        <p:spPr>
          <a:xfrm flipV="1">
            <a:off x="7085167" y="2823621"/>
            <a:ext cx="0" cy="2413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638DAB34-87BC-FD7C-9961-BF7D3B24416F}"/>
              </a:ext>
            </a:extLst>
          </p:cNvPr>
          <p:cNvCxnSpPr>
            <a:cxnSpLocks/>
          </p:cNvCxnSpPr>
          <p:nvPr/>
        </p:nvCxnSpPr>
        <p:spPr>
          <a:xfrm flipV="1">
            <a:off x="7505680" y="273569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C1A30EB6-0549-4439-DEDD-14113943C6C1}"/>
              </a:ext>
            </a:extLst>
          </p:cNvPr>
          <p:cNvSpPr txBox="1"/>
          <p:nvPr/>
        </p:nvSpPr>
        <p:spPr>
          <a:xfrm>
            <a:off x="6407731" y="2442994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2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DBBED17-38F9-1C91-8D78-DB23183E0C23}"/>
              </a:ext>
            </a:extLst>
          </p:cNvPr>
          <p:cNvSpPr txBox="1"/>
          <p:nvPr/>
        </p:nvSpPr>
        <p:spPr>
          <a:xfrm>
            <a:off x="6407731" y="3213223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2A6014F-7FB4-843A-D1AD-3CE524EC76BC}"/>
              </a:ext>
            </a:extLst>
          </p:cNvPr>
          <p:cNvSpPr txBox="1"/>
          <p:nvPr/>
        </p:nvSpPr>
        <p:spPr>
          <a:xfrm>
            <a:off x="8662528" y="2162509"/>
            <a:ext cx="36633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‘stim2’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r>
              <a:rPr lang="en-AU" sz="1000" i="1" dirty="0"/>
              <a:t> </a:t>
            </a:r>
            <a:r>
              <a:rPr lang="en-AU" sz="1000" dirty="0"/>
              <a:t>(if pulse characteristics change per pulse in instance)</a:t>
            </a:r>
          </a:p>
          <a:p>
            <a:r>
              <a:rPr lang="en-AU" sz="1000" dirty="0" err="1"/>
              <a:t>StimID</a:t>
            </a:r>
            <a:r>
              <a:rPr lang="en-AU" sz="1000" dirty="0"/>
              <a:t> = ‘stim2’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‘Paired pulse SICI condition’</a:t>
            </a:r>
          </a:p>
          <a:p>
            <a:r>
              <a:rPr lang="en-AU" sz="1000" dirty="0" err="1"/>
              <a:t>PulseIntensityScalingVector</a:t>
            </a:r>
            <a:r>
              <a:rPr lang="en-AU" sz="1000" dirty="0"/>
              <a:t> = [30,40]</a:t>
            </a:r>
          </a:p>
          <a:p>
            <a:r>
              <a:rPr lang="en-AU" sz="1000" dirty="0" err="1"/>
              <a:t>PulseIntensityScalingMethod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r>
              <a:rPr lang="en-AU" sz="1000" dirty="0" err="1"/>
              <a:t>PulseDurationScalingVector</a:t>
            </a:r>
            <a:r>
              <a:rPr lang="en-AU" sz="1000" dirty="0"/>
              <a:t> = [0.002,0.004]</a:t>
            </a:r>
          </a:p>
          <a:p>
            <a:r>
              <a:rPr lang="en-AU" sz="1000" dirty="0" err="1"/>
              <a:t>PulseDurationScalingMethod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endParaRPr lang="en-AU" sz="10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723E81E-B3BF-BBDE-E4AF-6C5C37E7502F}"/>
              </a:ext>
            </a:extLst>
          </p:cNvPr>
          <p:cNvSpPr txBox="1"/>
          <p:nvPr/>
        </p:nvSpPr>
        <p:spPr>
          <a:xfrm>
            <a:off x="4079683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[</a:t>
            </a:r>
            <a:r>
              <a:rPr lang="en-AU" sz="1000" dirty="0" err="1">
                <a:solidFill>
                  <a:srgbClr val="FF0000"/>
                </a:solidFill>
              </a:rPr>
              <a:t>pulses_in_instance</a:t>
            </a:r>
            <a:r>
              <a:rPr lang="en-AU" sz="1000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DCC5B05-4EF5-804A-119D-C1D918284D35}"/>
              </a:ext>
            </a:extLst>
          </p:cNvPr>
          <p:cNvSpPr txBox="1"/>
          <p:nvPr/>
        </p:nvSpPr>
        <p:spPr>
          <a:xfrm>
            <a:off x="4578768" y="560641"/>
            <a:ext cx="21402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[</a:t>
            </a:r>
            <a:r>
              <a:rPr lang="en-AU" sz="1000" dirty="0" err="1"/>
              <a:t>pulse_shape</a:t>
            </a:r>
            <a:r>
              <a:rPr lang="en-AU" sz="1000" dirty="0"/>
              <a:t>] – alternative names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341ACD14-9C49-32DF-1255-8A2D8FEA1285}"/>
              </a:ext>
            </a:extLst>
          </p:cNvPr>
          <p:cNvSpPr txBox="1"/>
          <p:nvPr/>
        </p:nvSpPr>
        <p:spPr>
          <a:xfrm>
            <a:off x="5081954" y="35192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TMS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20FB413-C059-67F4-30C9-1440BE17A314}"/>
              </a:ext>
            </a:extLst>
          </p:cNvPr>
          <p:cNvSpPr txBox="1"/>
          <p:nvPr/>
        </p:nvSpPr>
        <p:spPr>
          <a:xfrm>
            <a:off x="13513" y="2207657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4B59D49-2432-8021-B811-83B7D81E10E7}"/>
              </a:ext>
            </a:extLst>
          </p:cNvPr>
          <p:cNvSpPr txBox="1"/>
          <p:nvPr/>
        </p:nvSpPr>
        <p:spPr>
          <a:xfrm>
            <a:off x="8662528" y="993392"/>
            <a:ext cx="33928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‘Single pulse condition’</a:t>
            </a:r>
          </a:p>
          <a:p>
            <a:endParaRPr lang="en-AU" sz="1000" dirty="0"/>
          </a:p>
        </p:txBody>
      </p:sp>
    </p:spTree>
    <p:extLst>
      <p:ext uri="{BB962C8B-B14F-4D97-AF65-F5344CB8AC3E}">
        <p14:creationId xmlns:p14="http://schemas.microsoft.com/office/powerpoint/2010/main" val="239784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A36E6-309A-D14F-C51E-B9B6F9408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0E10D183-D8DF-8E11-85AC-8508A7157B7F}"/>
              </a:ext>
            </a:extLst>
          </p:cNvPr>
          <p:cNvGraphicFramePr>
            <a:graphicFrameLocks/>
          </p:cNvGraphicFramePr>
          <p:nvPr/>
        </p:nvGraphicFramePr>
        <p:xfrm>
          <a:off x="3513333" y="238641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2B580153-A0E8-46A8-F9A4-DD8607931142}"/>
              </a:ext>
            </a:extLst>
          </p:cNvPr>
          <p:cNvGraphicFramePr>
            <a:graphicFrameLocks/>
          </p:cNvGraphicFramePr>
          <p:nvPr/>
        </p:nvGraphicFramePr>
        <p:xfrm>
          <a:off x="2896248" y="238299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8BCA4616-439D-1519-E870-82CA6FF146AD}"/>
              </a:ext>
            </a:extLst>
          </p:cNvPr>
          <p:cNvGraphicFramePr>
            <a:graphicFrameLocks/>
          </p:cNvGraphicFramePr>
          <p:nvPr/>
        </p:nvGraphicFramePr>
        <p:xfrm>
          <a:off x="2322136" y="2379791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1" name="Chart 290">
            <a:extLst>
              <a:ext uri="{FF2B5EF4-FFF2-40B4-BE49-F238E27FC236}">
                <a16:creationId xmlns:a16="http://schemas.microsoft.com/office/drawing/2014/main" id="{71C938BC-A1F6-31F5-ECA6-946BFECB0045}"/>
              </a:ext>
            </a:extLst>
          </p:cNvPr>
          <p:cNvGraphicFramePr>
            <a:graphicFrameLocks/>
          </p:cNvGraphicFramePr>
          <p:nvPr/>
        </p:nvGraphicFramePr>
        <p:xfrm>
          <a:off x="8369526" y="231245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92" name="Chart 291">
            <a:extLst>
              <a:ext uri="{FF2B5EF4-FFF2-40B4-BE49-F238E27FC236}">
                <a16:creationId xmlns:a16="http://schemas.microsoft.com/office/drawing/2014/main" id="{5822E5C5-BE10-91E1-DA6B-1B1165901177}"/>
              </a:ext>
            </a:extLst>
          </p:cNvPr>
          <p:cNvGraphicFramePr>
            <a:graphicFrameLocks/>
          </p:cNvGraphicFramePr>
          <p:nvPr/>
        </p:nvGraphicFramePr>
        <p:xfrm>
          <a:off x="8943638" y="2315655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3" name="Chart 292">
            <a:extLst>
              <a:ext uri="{FF2B5EF4-FFF2-40B4-BE49-F238E27FC236}">
                <a16:creationId xmlns:a16="http://schemas.microsoft.com/office/drawing/2014/main" id="{F446C053-B141-DE44-7FC2-C3C82E2775C1}"/>
              </a:ext>
            </a:extLst>
          </p:cNvPr>
          <p:cNvGraphicFramePr>
            <a:graphicFrameLocks/>
          </p:cNvGraphicFramePr>
          <p:nvPr/>
        </p:nvGraphicFramePr>
        <p:xfrm>
          <a:off x="9560723" y="2319075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79A8C0D-BAF5-4B0C-E7A1-4E46476E0205}"/>
              </a:ext>
            </a:extLst>
          </p:cNvPr>
          <p:cNvGraphicFramePr>
            <a:graphicFrameLocks/>
          </p:cNvGraphicFramePr>
          <p:nvPr/>
        </p:nvGraphicFramePr>
        <p:xfrm>
          <a:off x="2952208" y="640637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63AC944-3399-36E0-21C9-87F5B7BC09D4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9533009-AF76-80D9-19FA-8CA390B99416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54E8849-CD3B-3E4E-E6C0-A0476C34AD09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835E8C7-201E-B044-332E-B5DDB19DAFED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D2651A9-94E6-9FC6-9E54-C8D9264C55D5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390643E-FDB7-C332-3DFF-DF16597DF004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CC1CFA6-03B2-8155-DA5B-2FD46C005C28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D049B2A-71B6-06BA-5FC1-A27ED80CC840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2C94A92-8125-BDD5-E738-54B9F63BADD7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9EE91AA-ECC2-8722-392A-F1E30E8A697A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04234E-6211-8A59-244E-F155C1C23537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DA64CE2-CE92-7A38-79A9-305C2C944F5C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DD5795F-1D4E-E522-F7C3-66C989A5E236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E859A97-9B5F-CA46-84A6-6341B76D08ED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9393FF0-8024-2538-849D-FC3787AA4A35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14A35A2-A167-D50A-0CBC-21E2FCAC9E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867A331-8337-3F47-CC4D-9E2761FFAB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5E23C27-FBDF-B12E-A6A7-C7D05030C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71D55DF-8A1C-11F7-D23B-3570A6FC474D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744FD08-C6F3-6D3C-0D86-A3511B74FE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7F7C799-FF58-DC59-E0C2-1810D2FE82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5E845F5-EAC5-BAE3-FC20-B71736BFCA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A1D8108-BC80-B581-5CCE-E787A6412C0A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7E1A36A-A826-2F07-E699-7D2D3519B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1A202121-C417-9635-BC37-52D8B686C9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9C8B661-67CF-5D05-79BC-37479D725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CF828EE-03DF-149B-34AE-166F098E7802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6161E71-C43F-0A50-0B75-C0C601A7AE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E8C2A75-BA6D-530E-5014-4819C87D9D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02997E2-8EE2-C1BE-94BB-99BF7C7833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59DDED1-E600-250C-0021-28C1A7E0A8E8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CAB6BDE-EFC4-D019-8B9D-0E6A3C77DCBC}"/>
              </a:ext>
            </a:extLst>
          </p:cNvPr>
          <p:cNvCxnSpPr>
            <a:cxnSpLocks/>
          </p:cNvCxnSpPr>
          <p:nvPr/>
        </p:nvCxnSpPr>
        <p:spPr>
          <a:xfrm flipV="1">
            <a:off x="227921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25D8A26-5D4E-340F-5CC0-E7DD1A02B5E7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50DDB2B-8C37-843D-D9D9-33585E178A53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8571E01-72EC-C5F8-C54F-42EA9D08849B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E2D4192-2026-B795-AFB0-2AA7A91D62AE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7CE3C88-354F-AE2B-362E-1CDFAEA66C5A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D512D20-2957-2ACE-9505-8C036B26FD4F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4F5D684-B6B6-3801-26A8-5F822431C5B9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717E966-4763-7A13-ACDD-C14B25CB6193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88D14B5-97E3-86CF-5B1B-6F3850DF6821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6D337F6-3699-F5C4-8894-46F45D569716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B8AB7D2-AED7-38FD-DE6E-9852EF9A4849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49AA1DC-1A84-1E81-C08C-243E9BEE952C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3876345-801B-61C9-07DA-88FCBB288601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EFC84BB-F3D5-191F-5C6E-B7CCDACAEE31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00BAF65F-8375-F2C1-0E74-29F2479D1041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FBB99FE-1CE3-12A4-DF27-20BB529A7CB4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7505E96-76BD-7019-3D14-EA615327EC0B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3DC1928-501A-7027-1901-D215AA506805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0293A4E5-C185-D45D-273A-45C58B397F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F27750C-F537-A5BB-E139-4B63280DE9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005439DB-A494-1A7F-DB6D-5A7495C520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D9F8059-DF74-0BA2-CF96-75885BFCDC11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9F5DA90-6055-F2DF-C148-3085A5CFC6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6199159-4366-CD18-E7A2-FDA744A56A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92646A8-37A2-3138-845B-DFCAD6E6E2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520E19D-58AE-FDC7-EEE1-18B01B71D566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B249CAA-95A0-2364-EA73-4EE884A706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F50D581-3204-C208-B213-0C890A141E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02BC7ECE-3F4F-0655-2650-B7774B8350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B41198D-14CC-089D-8ACA-434DCAF77FEE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4174669D-97D9-2B22-FB12-F40728951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4B8D135-BEA9-74FE-0A52-131B64BA28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9758DD5-846F-EDE3-92FE-B03B896278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CB62A72-C2F6-C809-2B2C-302948E3D82B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5B6EF08D-75BF-5A24-AF6E-384C3A6EA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079F439-BD4C-5CD4-FF13-D07E84626F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1C98CFB-6AEA-BE72-F9F7-330F66CE8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A11D3B7F-9AEB-CE5F-0372-3EF386AAA96C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805C3A88-1395-C213-298C-8490463762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DD93BF9-D393-33EE-A967-F9C2CAB962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AD8D27F-CB6A-EDA2-77D4-60B47FE8EF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BC2F24-8710-5A79-E3E6-54D3227BE8CC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C628A6FE-44C4-820E-08D3-F2A1FD15B7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7034F16-D573-528B-4C87-8812CBB29B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491FFB3-FB55-7726-8251-DB8F3D8EB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8CECE25F-59A4-50E7-95B8-63254422B1A9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2557AA1-DEE6-E6D6-04CB-640F2D9A1F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4FD81420-80BA-2E87-7318-81B878CA1F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FE2B64D-AF9F-CC1F-39EB-10F47DC102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AF535F0-06A7-D4E4-5FC1-614EF7AD38F7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5407B6D-3383-E9EC-C98F-C09D437865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4639941-27DE-E1DD-F7D5-13424DD079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66CB6283-7E15-9A29-1F91-B1751910E9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698B97C4-8A7F-169D-16B2-368C9AE6F8B0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7CAF2E0-4935-9659-DB1D-279AB1C53625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9748CF4-EA78-2654-CCD1-B4C96E1DE347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E277A1E-B3E1-E113-5CBE-60532A082B76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CE0AEBCE-A22C-BEDF-C0F5-B41B7BB3E0EE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69A29B63-410E-AD0B-CBB3-BA9E3026F2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8CA3A326-2C47-12F8-06E7-E34672EE4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37A6244-E639-9A76-BED4-1A7DEE6D6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5FD1BD-8E5F-FAE5-2961-09B63AD9A092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2F90C06A-3C7B-9044-8D27-D6F4D09A85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37EA046-24EF-F0C9-2AF2-AAF6C38A54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688DB7D7-DDBF-9C88-3103-BD44B672F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315CCC9-79EB-2EE5-F442-81B978D3857A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DFB2269-2F94-13B8-60E8-FAE88C2111C0}"/>
              </a:ext>
            </a:extLst>
          </p:cNvPr>
          <p:cNvSpPr txBox="1"/>
          <p:nvPr/>
        </p:nvSpPr>
        <p:spPr>
          <a:xfrm>
            <a:off x="83635" y="169862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433F8A6-F935-F2E6-9514-27FB44039F2A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FADE163-514E-A39C-0CED-B9533AB8833A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928B4F8-A057-22D0-44A0-29E08EB9B513}"/>
              </a:ext>
            </a:extLst>
          </p:cNvPr>
          <p:cNvGrpSpPr/>
          <p:nvPr/>
        </p:nvGrpSpPr>
        <p:grpSpPr>
          <a:xfrm>
            <a:off x="3091524" y="1823821"/>
            <a:ext cx="1228153" cy="64936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BB92D007-6C8D-A171-898C-6182976CEE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17E95CC4-C927-3B8C-7B50-EC3570884B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9F441764-FAD8-3366-FC20-5D0315B5F3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307CBBE9-E1EE-6F65-D901-BD110C607F5E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149D255E-6E9E-4881-8A3F-CC66359E1191}"/>
              </a:ext>
            </a:extLst>
          </p:cNvPr>
          <p:cNvSpPr txBox="1"/>
          <p:nvPr/>
        </p:nvSpPr>
        <p:spPr>
          <a:xfrm>
            <a:off x="3031984" y="188846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2 s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18094B4-A930-7862-8489-9E686A6AD597}"/>
              </a:ext>
            </a:extLst>
          </p:cNvPr>
          <p:cNvSpPr txBox="1"/>
          <p:nvPr/>
        </p:nvSpPr>
        <p:spPr>
          <a:xfrm>
            <a:off x="2786354" y="56693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0079E4-017F-CFB4-52EF-10960ED1AB3C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257AEA48-E0AF-CB04-4C00-B3BD7A855D05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8DB4619-D0DF-D3E9-615E-7A6BC3973CA3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8987BC3-83F7-236B-7ECD-5A4BCCF46031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4040A70-4BD6-5890-C233-46B3D574C43D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D5BB302-B2A1-470A-A0A0-8E99D497D6F1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D7FCD301-311F-08F8-3E34-E3EEA4CCA49F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066068B-ADA2-D4AB-2498-CCB523D30832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B2DA0DB-B143-24AC-6E03-5B3C4F0CBADE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E3EB757-DB6C-70A1-9A80-CAABBA5A8BBB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FD8EF4C3-DD02-6593-2BC1-D4F3EA4F93F7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A68EB9C-852F-FABE-7753-4A7FAE488E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154519ED-4A6F-889F-DD53-B89453A52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28DDD9DB-5B6E-CCA1-3A36-BF8FCFF095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EE5F1B5E-6909-9408-7954-538AC35633C3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_duration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1F56C1E0-D445-F9C4-D4A1-63B6A8B8C2F4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8640B03-9C48-51A1-EFE0-39311BD9C451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2956B97D-0624-28EC-40DC-33C04FC83042}"/>
              </a:ext>
            </a:extLst>
          </p:cNvPr>
          <p:cNvSpPr txBox="1"/>
          <p:nvPr/>
        </p:nvSpPr>
        <p:spPr>
          <a:xfrm>
            <a:off x="83635" y="658414"/>
            <a:ext cx="190928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pulse_peak_positive_pressure</a:t>
            </a:r>
            <a:endParaRPr lang="en-AU" sz="1000" dirty="0"/>
          </a:p>
          <a:p>
            <a:r>
              <a:rPr lang="en-AU" sz="1000" dirty="0" err="1"/>
              <a:t>pulse_peak_negative_pressure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r>
              <a:rPr lang="en-AU" sz="1000" dirty="0" err="1"/>
              <a:t>pulse_ramp_duration</a:t>
            </a:r>
            <a:endParaRPr lang="en-AU" sz="1000" dirty="0"/>
          </a:p>
          <a:p>
            <a:r>
              <a:rPr lang="en-AU" sz="1000" dirty="0" err="1"/>
              <a:t>pulse_ramp_shape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1106E397-C082-8436-023C-3155519F1AB0}"/>
              </a:ext>
            </a:extLst>
          </p:cNvPr>
          <p:cNvSpPr txBox="1"/>
          <p:nvPr/>
        </p:nvSpPr>
        <p:spPr>
          <a:xfrm>
            <a:off x="4079683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[</a:t>
            </a:r>
            <a:r>
              <a:rPr lang="en-AU" sz="1000" dirty="0" err="1">
                <a:solidFill>
                  <a:srgbClr val="FF0000"/>
                </a:solidFill>
              </a:rPr>
              <a:t>pulses_in_instance</a:t>
            </a:r>
            <a:r>
              <a:rPr lang="en-AU" sz="1000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CBB815B7-6AB0-EFEF-A2AD-A050EA0A726D}"/>
              </a:ext>
            </a:extLst>
          </p:cNvPr>
          <p:cNvSpPr txBox="1"/>
          <p:nvPr/>
        </p:nvSpPr>
        <p:spPr>
          <a:xfrm>
            <a:off x="5081954" y="35192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TUS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4862CAA-3DD2-EC9C-9F95-D8E7C3B81803}"/>
              </a:ext>
            </a:extLst>
          </p:cNvPr>
          <p:cNvSpPr txBox="1"/>
          <p:nvPr/>
        </p:nvSpPr>
        <p:spPr>
          <a:xfrm>
            <a:off x="13513" y="2207657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DEA21CEF-1082-1C3A-7EB6-A08BB2B055D9}"/>
              </a:ext>
            </a:extLst>
          </p:cNvPr>
          <p:cNvSpPr txBox="1"/>
          <p:nvPr/>
        </p:nvSpPr>
        <p:spPr>
          <a:xfrm>
            <a:off x="8662528" y="993392"/>
            <a:ext cx="33928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‘Single pulse TUS’</a:t>
            </a:r>
          </a:p>
          <a:p>
            <a:endParaRPr lang="en-AU" sz="10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F7C764-CCF6-9089-3DA9-81F6F56594F6}"/>
              </a:ext>
            </a:extLst>
          </p:cNvPr>
          <p:cNvCxnSpPr>
            <a:cxnSpLocks/>
          </p:cNvCxnSpPr>
          <p:nvPr/>
        </p:nvCxnSpPr>
        <p:spPr>
          <a:xfrm>
            <a:off x="4319677" y="1315211"/>
            <a:ext cx="6919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F5A4668-37EE-801A-F362-BA559A23CD01}"/>
              </a:ext>
            </a:extLst>
          </p:cNvPr>
          <p:cNvCxnSpPr>
            <a:cxnSpLocks/>
          </p:cNvCxnSpPr>
          <p:nvPr/>
        </p:nvCxnSpPr>
        <p:spPr>
          <a:xfrm>
            <a:off x="3091524" y="926055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198676-8299-6DB6-A6D8-4FEDBCE59C7A}"/>
              </a:ext>
            </a:extLst>
          </p:cNvPr>
          <p:cNvCxnSpPr>
            <a:cxnSpLocks/>
          </p:cNvCxnSpPr>
          <p:nvPr/>
        </p:nvCxnSpPr>
        <p:spPr>
          <a:xfrm>
            <a:off x="3068409" y="1682194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CD5F92-4ACB-65FB-CC99-AF2878E3B2BB}"/>
              </a:ext>
            </a:extLst>
          </p:cNvPr>
          <p:cNvSpPr txBox="1"/>
          <p:nvPr/>
        </p:nvSpPr>
        <p:spPr>
          <a:xfrm>
            <a:off x="4605281" y="783766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pulse_peak_positive_pressure</a:t>
            </a:r>
            <a:endParaRPr lang="en-AU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2C5580-C519-B701-ACEC-660A6E7F653B}"/>
              </a:ext>
            </a:extLst>
          </p:cNvPr>
          <p:cNvSpPr txBox="1"/>
          <p:nvPr/>
        </p:nvSpPr>
        <p:spPr>
          <a:xfrm>
            <a:off x="4576551" y="1526228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pulse_peak_negative_pressure</a:t>
            </a:r>
            <a:r>
              <a:rPr lang="en-AU" sz="1000" dirty="0"/>
              <a:t> = 720 kPa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E70DFF-EFAA-5534-A08F-A20E2EC24002}"/>
              </a:ext>
            </a:extLst>
          </p:cNvPr>
          <p:cNvSpPr txBox="1"/>
          <p:nvPr/>
        </p:nvSpPr>
        <p:spPr>
          <a:xfrm>
            <a:off x="1708892" y="8847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C3E3439-CADE-D7EF-BB80-F8C277D8C642}"/>
              </a:ext>
            </a:extLst>
          </p:cNvPr>
          <p:cNvCxnSpPr>
            <a:cxnSpLocks/>
          </p:cNvCxnSpPr>
          <p:nvPr/>
        </p:nvCxnSpPr>
        <p:spPr>
          <a:xfrm>
            <a:off x="8138111" y="4507608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6FFA127-6272-EDE1-0A65-731551A05ED4}"/>
              </a:ext>
            </a:extLst>
          </p:cNvPr>
          <p:cNvCxnSpPr>
            <a:cxnSpLocks/>
          </p:cNvCxnSpPr>
          <p:nvPr/>
        </p:nvCxnSpPr>
        <p:spPr>
          <a:xfrm>
            <a:off x="8104513" y="2921979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C6E4E9B-0EA1-2CB6-59EA-943AB8D99783}"/>
              </a:ext>
            </a:extLst>
          </p:cNvPr>
          <p:cNvCxnSpPr>
            <a:cxnSpLocks/>
          </p:cNvCxnSpPr>
          <p:nvPr/>
        </p:nvCxnSpPr>
        <p:spPr>
          <a:xfrm flipV="1">
            <a:off x="836671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2AEF90B-9B96-921F-A4A8-897347A1EE0E}"/>
              </a:ext>
            </a:extLst>
          </p:cNvPr>
          <p:cNvCxnSpPr>
            <a:cxnSpLocks/>
          </p:cNvCxnSpPr>
          <p:nvPr/>
        </p:nvCxnSpPr>
        <p:spPr>
          <a:xfrm flipV="1">
            <a:off x="8466355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8EA849-C94A-7BA3-94D5-1CA4AC98DF79}"/>
              </a:ext>
            </a:extLst>
          </p:cNvPr>
          <p:cNvCxnSpPr>
            <a:cxnSpLocks/>
          </p:cNvCxnSpPr>
          <p:nvPr/>
        </p:nvCxnSpPr>
        <p:spPr>
          <a:xfrm flipV="1">
            <a:off x="856014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2300481-4E1F-E9C8-88E2-45D8F228114E}"/>
              </a:ext>
            </a:extLst>
          </p:cNvPr>
          <p:cNvCxnSpPr>
            <a:cxnSpLocks/>
          </p:cNvCxnSpPr>
          <p:nvPr/>
        </p:nvCxnSpPr>
        <p:spPr>
          <a:xfrm flipV="1">
            <a:off x="9039270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87B9B8-99A3-A0B8-FD7B-392899659590}"/>
              </a:ext>
            </a:extLst>
          </p:cNvPr>
          <p:cNvCxnSpPr>
            <a:cxnSpLocks/>
          </p:cNvCxnSpPr>
          <p:nvPr/>
        </p:nvCxnSpPr>
        <p:spPr>
          <a:xfrm flipV="1">
            <a:off x="9138914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907BF73-5156-D1F7-52DF-38F202107F0B}"/>
              </a:ext>
            </a:extLst>
          </p:cNvPr>
          <p:cNvCxnSpPr>
            <a:cxnSpLocks/>
          </p:cNvCxnSpPr>
          <p:nvPr/>
        </p:nvCxnSpPr>
        <p:spPr>
          <a:xfrm flipV="1">
            <a:off x="9232700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D386217-4339-304D-748E-CC076B19099E}"/>
              </a:ext>
            </a:extLst>
          </p:cNvPr>
          <p:cNvCxnSpPr>
            <a:cxnSpLocks/>
          </p:cNvCxnSpPr>
          <p:nvPr/>
        </p:nvCxnSpPr>
        <p:spPr>
          <a:xfrm flipV="1">
            <a:off x="968990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6B6A2BF-1981-0E61-94D1-E6390A5B305B}"/>
              </a:ext>
            </a:extLst>
          </p:cNvPr>
          <p:cNvCxnSpPr>
            <a:cxnSpLocks/>
          </p:cNvCxnSpPr>
          <p:nvPr/>
        </p:nvCxnSpPr>
        <p:spPr>
          <a:xfrm flipV="1">
            <a:off x="9789545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14AB01C-8EBB-B04F-7193-A61AB7786EDF}"/>
              </a:ext>
            </a:extLst>
          </p:cNvPr>
          <p:cNvCxnSpPr>
            <a:cxnSpLocks/>
          </p:cNvCxnSpPr>
          <p:nvPr/>
        </p:nvCxnSpPr>
        <p:spPr>
          <a:xfrm flipV="1">
            <a:off x="988333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7310DAA-6CC7-11AB-7E71-140C16D182DC}"/>
              </a:ext>
            </a:extLst>
          </p:cNvPr>
          <p:cNvCxnSpPr>
            <a:cxnSpLocks/>
          </p:cNvCxnSpPr>
          <p:nvPr/>
        </p:nvCxnSpPr>
        <p:spPr>
          <a:xfrm flipV="1">
            <a:off x="8489526" y="2675791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4E833FF-2917-351E-E982-1D27D0487B49}"/>
              </a:ext>
            </a:extLst>
          </p:cNvPr>
          <p:cNvCxnSpPr>
            <a:cxnSpLocks/>
          </p:cNvCxnSpPr>
          <p:nvPr/>
        </p:nvCxnSpPr>
        <p:spPr>
          <a:xfrm flipH="1">
            <a:off x="8488877" y="2675791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3D4AB73-4569-EEA6-CC92-C32826DD5941}"/>
              </a:ext>
            </a:extLst>
          </p:cNvPr>
          <p:cNvCxnSpPr>
            <a:cxnSpLocks/>
          </p:cNvCxnSpPr>
          <p:nvPr/>
        </p:nvCxnSpPr>
        <p:spPr>
          <a:xfrm flipV="1">
            <a:off x="10175486" y="2675791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765C66C-58BD-8CE1-CF60-3C0C77C8F13C}"/>
              </a:ext>
            </a:extLst>
          </p:cNvPr>
          <p:cNvGrpSpPr/>
          <p:nvPr/>
        </p:nvGrpSpPr>
        <p:grpSpPr>
          <a:xfrm>
            <a:off x="8349125" y="4261420"/>
            <a:ext cx="341819" cy="246188"/>
            <a:chOff x="2301735" y="3868613"/>
            <a:chExt cx="341819" cy="246188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31781-0E5A-E713-FE8D-32D2AEEE66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BA5CF99-1E36-CBDE-7EDF-E3B1C6BB5C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53ADFF8-70C8-2B22-C856-1121728365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AC907A19-E249-CB31-D7E1-37E4D2286C46}"/>
              </a:ext>
            </a:extLst>
          </p:cNvPr>
          <p:cNvGrpSpPr/>
          <p:nvPr/>
        </p:nvGrpSpPr>
        <p:grpSpPr>
          <a:xfrm>
            <a:off x="9017879" y="4261420"/>
            <a:ext cx="341819" cy="246188"/>
            <a:chOff x="2301735" y="3868613"/>
            <a:chExt cx="341819" cy="246188"/>
          </a:xfrm>
        </p:grpSpPr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755B231-34EE-A417-7A58-BB7E79660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52B41DA-FAF8-21F4-A814-4B547419CC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0621B70-B73E-0931-1A7E-C16E1DFF3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01B84023-2446-AD8D-AA1D-5DC8E5F8F7D3}"/>
              </a:ext>
            </a:extLst>
          </p:cNvPr>
          <p:cNvGrpSpPr/>
          <p:nvPr/>
        </p:nvGrpSpPr>
        <p:grpSpPr>
          <a:xfrm>
            <a:off x="9668513" y="4267278"/>
            <a:ext cx="341819" cy="246188"/>
            <a:chOff x="2301735" y="3868613"/>
            <a:chExt cx="341819" cy="246188"/>
          </a:xfrm>
        </p:grpSpPr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26AD114-53D4-11C4-91BB-A7499FB97A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687DDAD0-E520-331F-B4FD-08254631A4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BBB4F20-17E1-AE29-0532-C83B82FA64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B750671-8E1C-23E9-B0AD-5C8072C7989A}"/>
              </a:ext>
            </a:extLst>
          </p:cNvPr>
          <p:cNvGrpSpPr/>
          <p:nvPr/>
        </p:nvGrpSpPr>
        <p:grpSpPr>
          <a:xfrm>
            <a:off x="8331539" y="4196942"/>
            <a:ext cx="2106792" cy="310666"/>
            <a:chOff x="2284149" y="3804135"/>
            <a:chExt cx="2106792" cy="310666"/>
          </a:xfrm>
        </p:grpSpPr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12FE32CB-FFEF-52BB-0499-2D1B8B5D7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37D22BA-78B1-6230-D122-2B5F0A1379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8F8D89EB-3ED5-9EFC-4991-029F83F48B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D88906F-1340-EB54-44DA-E08A1EAC605F}"/>
              </a:ext>
            </a:extLst>
          </p:cNvPr>
          <p:cNvCxnSpPr>
            <a:cxnSpLocks/>
          </p:cNvCxnSpPr>
          <p:nvPr/>
        </p:nvCxnSpPr>
        <p:spPr>
          <a:xfrm>
            <a:off x="8138111" y="6052122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C2CFA9B4-A266-3F85-14D1-813BE0F28B63}"/>
              </a:ext>
            </a:extLst>
          </p:cNvPr>
          <p:cNvCxnSpPr>
            <a:cxnSpLocks/>
          </p:cNvCxnSpPr>
          <p:nvPr/>
        </p:nvCxnSpPr>
        <p:spPr>
          <a:xfrm flipV="1">
            <a:off x="8326604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164DB551-1912-BFE5-9481-2DB74C170836}"/>
              </a:ext>
            </a:extLst>
          </p:cNvPr>
          <p:cNvCxnSpPr>
            <a:cxnSpLocks/>
          </p:cNvCxnSpPr>
          <p:nvPr/>
        </p:nvCxnSpPr>
        <p:spPr>
          <a:xfrm flipV="1">
            <a:off x="8366711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413B96D2-1517-187D-6396-C86DEDA1E54A}"/>
              </a:ext>
            </a:extLst>
          </p:cNvPr>
          <p:cNvCxnSpPr>
            <a:cxnSpLocks/>
          </p:cNvCxnSpPr>
          <p:nvPr/>
        </p:nvCxnSpPr>
        <p:spPr>
          <a:xfrm flipV="1">
            <a:off x="8408664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844279D1-89E5-39DF-2F3E-5AB2ED2A70DB}"/>
              </a:ext>
            </a:extLst>
          </p:cNvPr>
          <p:cNvCxnSpPr>
            <a:cxnSpLocks/>
          </p:cNvCxnSpPr>
          <p:nvPr/>
        </p:nvCxnSpPr>
        <p:spPr>
          <a:xfrm flipV="1">
            <a:off x="8572796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EFD7CECF-BB46-6D30-FB89-30849BC27B45}"/>
              </a:ext>
            </a:extLst>
          </p:cNvPr>
          <p:cNvCxnSpPr>
            <a:cxnSpLocks/>
          </p:cNvCxnSpPr>
          <p:nvPr/>
        </p:nvCxnSpPr>
        <p:spPr>
          <a:xfrm flipV="1">
            <a:off x="8612903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C63F6E0-DB33-8742-3A87-4211F088084C}"/>
              </a:ext>
            </a:extLst>
          </p:cNvPr>
          <p:cNvCxnSpPr>
            <a:cxnSpLocks/>
          </p:cNvCxnSpPr>
          <p:nvPr/>
        </p:nvCxnSpPr>
        <p:spPr>
          <a:xfrm flipV="1">
            <a:off x="8654856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2645C070-0092-DCD8-A657-51723E4F2052}"/>
              </a:ext>
            </a:extLst>
          </p:cNvPr>
          <p:cNvCxnSpPr>
            <a:cxnSpLocks/>
          </p:cNvCxnSpPr>
          <p:nvPr/>
        </p:nvCxnSpPr>
        <p:spPr>
          <a:xfrm flipV="1">
            <a:off x="8818980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E1699EE-457A-E77F-53CC-E8147B0DFEB2}"/>
              </a:ext>
            </a:extLst>
          </p:cNvPr>
          <p:cNvCxnSpPr>
            <a:cxnSpLocks/>
          </p:cNvCxnSpPr>
          <p:nvPr/>
        </p:nvCxnSpPr>
        <p:spPr>
          <a:xfrm flipV="1">
            <a:off x="8859087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16D357F7-40FF-A5B6-4471-6C0AD3380991}"/>
              </a:ext>
            </a:extLst>
          </p:cNvPr>
          <p:cNvCxnSpPr>
            <a:cxnSpLocks/>
          </p:cNvCxnSpPr>
          <p:nvPr/>
        </p:nvCxnSpPr>
        <p:spPr>
          <a:xfrm flipV="1">
            <a:off x="8901040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675A9A5-ED20-029F-C400-349A66446899}"/>
              </a:ext>
            </a:extLst>
          </p:cNvPr>
          <p:cNvCxnSpPr>
            <a:cxnSpLocks/>
          </p:cNvCxnSpPr>
          <p:nvPr/>
        </p:nvCxnSpPr>
        <p:spPr>
          <a:xfrm flipV="1">
            <a:off x="9545816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2B24E977-60D6-A1B2-D392-F024595E19EF}"/>
              </a:ext>
            </a:extLst>
          </p:cNvPr>
          <p:cNvCxnSpPr>
            <a:cxnSpLocks/>
          </p:cNvCxnSpPr>
          <p:nvPr/>
        </p:nvCxnSpPr>
        <p:spPr>
          <a:xfrm flipV="1">
            <a:off x="9585923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8D198317-B4CC-6808-1E61-C471BDA2558D}"/>
              </a:ext>
            </a:extLst>
          </p:cNvPr>
          <p:cNvCxnSpPr>
            <a:cxnSpLocks/>
          </p:cNvCxnSpPr>
          <p:nvPr/>
        </p:nvCxnSpPr>
        <p:spPr>
          <a:xfrm flipV="1">
            <a:off x="9627876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805053D-754C-19B0-247B-9844D274CEC8}"/>
              </a:ext>
            </a:extLst>
          </p:cNvPr>
          <p:cNvCxnSpPr>
            <a:cxnSpLocks/>
          </p:cNvCxnSpPr>
          <p:nvPr/>
        </p:nvCxnSpPr>
        <p:spPr>
          <a:xfrm flipV="1">
            <a:off x="9809590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0DF5FE6F-806C-3E41-4941-8C0E43D19BD3}"/>
              </a:ext>
            </a:extLst>
          </p:cNvPr>
          <p:cNvCxnSpPr>
            <a:cxnSpLocks/>
          </p:cNvCxnSpPr>
          <p:nvPr/>
        </p:nvCxnSpPr>
        <p:spPr>
          <a:xfrm flipV="1">
            <a:off x="9849697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31E4C665-85B0-0A6D-2E8C-985285A9941F}"/>
              </a:ext>
            </a:extLst>
          </p:cNvPr>
          <p:cNvCxnSpPr>
            <a:cxnSpLocks/>
          </p:cNvCxnSpPr>
          <p:nvPr/>
        </p:nvCxnSpPr>
        <p:spPr>
          <a:xfrm flipV="1">
            <a:off x="9891650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224C9063-BE9E-7D68-882E-20EA907096C3}"/>
              </a:ext>
            </a:extLst>
          </p:cNvPr>
          <p:cNvCxnSpPr>
            <a:cxnSpLocks/>
          </p:cNvCxnSpPr>
          <p:nvPr/>
        </p:nvCxnSpPr>
        <p:spPr>
          <a:xfrm flipV="1">
            <a:off x="10061636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4F8B6CCF-10F4-6765-A53D-F05EFEA390D7}"/>
              </a:ext>
            </a:extLst>
          </p:cNvPr>
          <p:cNvCxnSpPr>
            <a:cxnSpLocks/>
          </p:cNvCxnSpPr>
          <p:nvPr/>
        </p:nvCxnSpPr>
        <p:spPr>
          <a:xfrm flipV="1">
            <a:off x="10101743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62CB92C9-AC80-10ED-C5CD-361A75049482}"/>
              </a:ext>
            </a:extLst>
          </p:cNvPr>
          <p:cNvCxnSpPr>
            <a:cxnSpLocks/>
          </p:cNvCxnSpPr>
          <p:nvPr/>
        </p:nvCxnSpPr>
        <p:spPr>
          <a:xfrm flipV="1">
            <a:off x="10143696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309C2D1-6088-B008-6ACB-CD1708A5EAFA}"/>
              </a:ext>
            </a:extLst>
          </p:cNvPr>
          <p:cNvGrpSpPr/>
          <p:nvPr/>
        </p:nvGrpSpPr>
        <p:grpSpPr>
          <a:xfrm>
            <a:off x="8311650" y="5800060"/>
            <a:ext cx="138976" cy="246188"/>
            <a:chOff x="2301735" y="3868613"/>
            <a:chExt cx="341819" cy="246188"/>
          </a:xfrm>
        </p:grpSpPr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8204CD60-41C3-1480-6B80-EC2994CDF6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2BE0E193-8261-D173-C3D8-A37A9AA04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FD3BBFEC-A8AD-F27F-3AC1-2741D86FCD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3D7421A5-99DA-37D4-17AD-B9773C0A3418}"/>
              </a:ext>
            </a:extLst>
          </p:cNvPr>
          <p:cNvGrpSpPr/>
          <p:nvPr/>
        </p:nvGrpSpPr>
        <p:grpSpPr>
          <a:xfrm>
            <a:off x="8557837" y="5805915"/>
            <a:ext cx="138976" cy="246188"/>
            <a:chOff x="2301735" y="3868613"/>
            <a:chExt cx="341819" cy="246188"/>
          </a:xfrm>
        </p:grpSpPr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44949370-C7DD-D26E-9482-CFC3AF5D75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6DFC4AEA-574E-741A-FD84-240968EB0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E9701882-2285-36A7-E000-D65135B814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73346DE5-C8C4-2327-9F54-1C7D6968834A}"/>
              </a:ext>
            </a:extLst>
          </p:cNvPr>
          <p:cNvGrpSpPr/>
          <p:nvPr/>
        </p:nvGrpSpPr>
        <p:grpSpPr>
          <a:xfrm>
            <a:off x="8804025" y="5800051"/>
            <a:ext cx="138976" cy="246188"/>
            <a:chOff x="2301735" y="3868613"/>
            <a:chExt cx="341819" cy="246188"/>
          </a:xfrm>
        </p:grpSpPr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B19C5BCF-9463-9C2E-0C8D-3ED2B0C95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A6B99BE-A4DD-21DF-5452-AF26B1A4F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1B2ADE83-3094-ACBE-B006-55F24E889B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1D540ECC-A005-B739-3A30-2D758199007E}"/>
              </a:ext>
            </a:extLst>
          </p:cNvPr>
          <p:cNvGrpSpPr/>
          <p:nvPr/>
        </p:nvGrpSpPr>
        <p:grpSpPr>
          <a:xfrm>
            <a:off x="9530861" y="5811767"/>
            <a:ext cx="138976" cy="246188"/>
            <a:chOff x="2301735" y="3868613"/>
            <a:chExt cx="341819" cy="246188"/>
          </a:xfrm>
        </p:grpSpPr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9D3B6F0C-8CD3-3FA7-DB99-F81E71E1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3F55C9FC-2ACE-D71B-80A5-71A214AE3C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47EF7620-513C-B298-4AE9-A737FCE26E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CF5197B-14B3-A9C7-CF22-2B47117A088F}"/>
              </a:ext>
            </a:extLst>
          </p:cNvPr>
          <p:cNvGrpSpPr/>
          <p:nvPr/>
        </p:nvGrpSpPr>
        <p:grpSpPr>
          <a:xfrm>
            <a:off x="9794633" y="5811763"/>
            <a:ext cx="138976" cy="246188"/>
            <a:chOff x="2301735" y="3868613"/>
            <a:chExt cx="341819" cy="246188"/>
          </a:xfrm>
        </p:grpSpPr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C764D0A2-B2E8-8F22-3BB2-62A7A5FF7D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CA55729B-A89A-4096-67B2-2367E6F4ED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C9CF3F79-4BAC-149D-9714-6DDC17B073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4543CF3-1086-C2A8-61DB-9DE132DC8176}"/>
              </a:ext>
            </a:extLst>
          </p:cNvPr>
          <p:cNvGrpSpPr/>
          <p:nvPr/>
        </p:nvGrpSpPr>
        <p:grpSpPr>
          <a:xfrm>
            <a:off x="10046684" y="5811759"/>
            <a:ext cx="138976" cy="246188"/>
            <a:chOff x="2301735" y="3868613"/>
            <a:chExt cx="341819" cy="246188"/>
          </a:xfrm>
        </p:grpSpPr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EA9A4F65-B28F-33C8-2D6A-CE9B68DBEF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397247D9-D08E-4E29-9601-17E54DC280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9BDBCC35-050C-72E8-DE19-A801C26846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A5837E80-4E78-A038-5FC9-95C822FD1F77}"/>
              </a:ext>
            </a:extLst>
          </p:cNvPr>
          <p:cNvGrpSpPr/>
          <p:nvPr/>
        </p:nvGrpSpPr>
        <p:grpSpPr>
          <a:xfrm>
            <a:off x="8306302" y="5735590"/>
            <a:ext cx="832612" cy="310666"/>
            <a:chOff x="2284149" y="3804135"/>
            <a:chExt cx="2106792" cy="310666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27515C75-ACB5-7762-2CBE-4B0901FB17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39C0E163-265F-436F-CB8E-AD16EE48E1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668A998-94A5-958D-FD23-D058BB502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4CFAE10-EB0A-592F-00AC-F2F260AD4212}"/>
              </a:ext>
            </a:extLst>
          </p:cNvPr>
          <p:cNvGrpSpPr/>
          <p:nvPr/>
        </p:nvGrpSpPr>
        <p:grpSpPr>
          <a:xfrm>
            <a:off x="9521028" y="5735590"/>
            <a:ext cx="832612" cy="310666"/>
            <a:chOff x="2284149" y="3804135"/>
            <a:chExt cx="2106792" cy="310666"/>
          </a:xfrm>
        </p:grpSpPr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8E603E97-1912-687A-CD73-4AD780145C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4586F977-FA8F-ACD2-4E44-0E7C80260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8F14FFFE-BA4E-8858-32BC-9844DD2009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6E362EC2-FDDE-2DB1-E10E-EFD2CDF43E6D}"/>
              </a:ext>
            </a:extLst>
          </p:cNvPr>
          <p:cNvGrpSpPr/>
          <p:nvPr/>
        </p:nvGrpSpPr>
        <p:grpSpPr>
          <a:xfrm>
            <a:off x="8285126" y="5659398"/>
            <a:ext cx="2691817" cy="380995"/>
            <a:chOff x="2284149" y="3804135"/>
            <a:chExt cx="2106792" cy="310666"/>
          </a:xfrm>
        </p:grpSpPr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C455B322-65F0-D5EE-6DC2-F2D542C60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4E767635-3542-D2AB-78E9-48891F0614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780BECDA-7BB6-71FA-2011-65E6C62AEC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C6ABE930-BCAA-F4A2-221B-68845FFD844B}"/>
              </a:ext>
            </a:extLst>
          </p:cNvPr>
          <p:cNvSpPr txBox="1"/>
          <p:nvPr/>
        </p:nvSpPr>
        <p:spPr>
          <a:xfrm>
            <a:off x="8386288" y="238520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pulse_train_duration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5AEDA30-B432-AAE2-98B0-CB6275F8CFF8}"/>
              </a:ext>
            </a:extLst>
          </p:cNvPr>
          <p:cNvSpPr txBox="1"/>
          <p:nvPr/>
        </p:nvSpPr>
        <p:spPr>
          <a:xfrm>
            <a:off x="8406815" y="3150534"/>
            <a:ext cx="26580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703DF0CF-4562-CAD4-AC89-DB2F6904EF2C}"/>
              </a:ext>
            </a:extLst>
          </p:cNvPr>
          <p:cNvSpPr txBox="1"/>
          <p:nvPr/>
        </p:nvSpPr>
        <p:spPr>
          <a:xfrm>
            <a:off x="8406815" y="3305889"/>
            <a:ext cx="26011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B774806C-E687-AB7A-EDA3-BBB5E8350015}"/>
              </a:ext>
            </a:extLst>
          </p:cNvPr>
          <p:cNvGrpSpPr/>
          <p:nvPr/>
        </p:nvGrpSpPr>
        <p:grpSpPr>
          <a:xfrm>
            <a:off x="8480494" y="3121224"/>
            <a:ext cx="591737" cy="64521"/>
            <a:chOff x="2492644" y="3165184"/>
            <a:chExt cx="591737" cy="64521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D5736FD4-04D4-BA76-5E56-3D6AF8CB17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18160F40-C474-2C50-EAFE-7ED416FF20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D89933ED-E459-B1B3-C700-486D50242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7FA422ED-F3E0-3804-602C-0356EB2F63EE}"/>
              </a:ext>
            </a:extLst>
          </p:cNvPr>
          <p:cNvGrpSpPr/>
          <p:nvPr/>
        </p:nvGrpSpPr>
        <p:grpSpPr>
          <a:xfrm>
            <a:off x="8347890" y="4706846"/>
            <a:ext cx="661770" cy="64521"/>
            <a:chOff x="2492644" y="3165184"/>
            <a:chExt cx="591737" cy="64521"/>
          </a:xfrm>
        </p:grpSpPr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75BE5B26-51E1-3089-013A-C6D9529694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9A58BF43-267C-4061-6828-AD8EFD84A0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F941DC38-F9A2-5D27-AD7F-8ACABB869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1" name="TextBox 270">
            <a:extLst>
              <a:ext uri="{FF2B5EF4-FFF2-40B4-BE49-F238E27FC236}">
                <a16:creationId xmlns:a16="http://schemas.microsoft.com/office/drawing/2014/main" id="{D19D97F1-3AA9-8905-F7AA-CD238BF9B85E}"/>
              </a:ext>
            </a:extLst>
          </p:cNvPr>
          <p:cNvSpPr txBox="1"/>
          <p:nvPr/>
        </p:nvSpPr>
        <p:spPr>
          <a:xfrm>
            <a:off x="5826800" y="2570333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Pulse Train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29DEF82F-194F-5DC0-308E-882032B4F112}"/>
              </a:ext>
            </a:extLst>
          </p:cNvPr>
          <p:cNvSpPr txBox="1"/>
          <p:nvPr/>
        </p:nvSpPr>
        <p:spPr>
          <a:xfrm>
            <a:off x="8323236" y="3856939"/>
            <a:ext cx="22040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pulse_train_repeat_duration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B8319031-B027-7D11-7B22-01B57A3738EF}"/>
              </a:ext>
            </a:extLst>
          </p:cNvPr>
          <p:cNvSpPr txBox="1"/>
          <p:nvPr/>
        </p:nvSpPr>
        <p:spPr>
          <a:xfrm>
            <a:off x="8267062" y="4802027"/>
            <a:ext cx="27350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D974255D-352A-FFFA-2218-A33DB745E719}"/>
              </a:ext>
            </a:extLst>
          </p:cNvPr>
          <p:cNvSpPr txBox="1"/>
          <p:nvPr/>
        </p:nvSpPr>
        <p:spPr>
          <a:xfrm>
            <a:off x="8267063" y="4947255"/>
            <a:ext cx="28639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7E4387E2-312C-25D5-480F-2FA3789F177C}"/>
              </a:ext>
            </a:extLst>
          </p:cNvPr>
          <p:cNvSpPr txBox="1"/>
          <p:nvPr/>
        </p:nvSpPr>
        <p:spPr>
          <a:xfrm>
            <a:off x="5852090" y="3902265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Pulse Train Repeat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D92EE333-3490-53E8-33CF-8CA9C77E820F}"/>
              </a:ext>
            </a:extLst>
          </p:cNvPr>
          <p:cNvSpPr txBox="1"/>
          <p:nvPr/>
        </p:nvSpPr>
        <p:spPr>
          <a:xfrm>
            <a:off x="5793475" y="5344965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Repeat2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54E2C25-09F5-F1C0-B0FE-47CEBB2F7043}"/>
              </a:ext>
            </a:extLst>
          </p:cNvPr>
          <p:cNvSpPr txBox="1"/>
          <p:nvPr/>
        </p:nvSpPr>
        <p:spPr>
          <a:xfrm>
            <a:off x="8323236" y="5385350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repeat2_duration = 0.36 s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3F59398F-DDBF-7822-F929-9F668F36B02E}"/>
              </a:ext>
            </a:extLst>
          </p:cNvPr>
          <p:cNvSpPr txBox="1"/>
          <p:nvPr/>
        </p:nvSpPr>
        <p:spPr>
          <a:xfrm>
            <a:off x="8267063" y="6330438"/>
            <a:ext cx="31277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pulse_train_repeat_repetition_interval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5E4FF2F1-263D-84B9-9F6C-87328533C464}"/>
              </a:ext>
            </a:extLst>
          </p:cNvPr>
          <p:cNvSpPr txBox="1"/>
          <p:nvPr/>
        </p:nvSpPr>
        <p:spPr>
          <a:xfrm>
            <a:off x="8267063" y="6485793"/>
            <a:ext cx="28698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pulse_train_repeat_repetition_frequency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BDE12B97-DEA6-E350-1E5A-3A62C69AB1E1}"/>
              </a:ext>
            </a:extLst>
          </p:cNvPr>
          <p:cNvGrpSpPr/>
          <p:nvPr/>
        </p:nvGrpSpPr>
        <p:grpSpPr>
          <a:xfrm>
            <a:off x="8315305" y="6263113"/>
            <a:ext cx="1228666" cy="64521"/>
            <a:chOff x="2492644" y="3165184"/>
            <a:chExt cx="591737" cy="64521"/>
          </a:xfrm>
        </p:grpSpPr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397FF01-F30A-5885-5133-2563766EB5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9CBC85C9-19D3-2EE5-DC61-783ACF13BA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2D126ACF-511A-E1D3-9D3D-319E4DD709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6" name="TextBox 285">
            <a:extLst>
              <a:ext uri="{FF2B5EF4-FFF2-40B4-BE49-F238E27FC236}">
                <a16:creationId xmlns:a16="http://schemas.microsoft.com/office/drawing/2014/main" id="{B4AEC1A4-E60C-B289-E434-FFDC4812B1F8}"/>
              </a:ext>
            </a:extLst>
          </p:cNvPr>
          <p:cNvSpPr txBox="1"/>
          <p:nvPr/>
        </p:nvSpPr>
        <p:spPr>
          <a:xfrm>
            <a:off x="5829243" y="3033545"/>
            <a:ext cx="15948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 err="1">
                <a:solidFill>
                  <a:srgbClr val="FF0000"/>
                </a:solidFill>
              </a:rPr>
              <a:t>pulse_train_duration</a:t>
            </a:r>
            <a:endParaRPr lang="en-AU" sz="1000" dirty="0">
              <a:solidFill>
                <a:srgbClr val="FF0000"/>
              </a:solidFill>
            </a:endParaRPr>
          </a:p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29965AD4-6D3A-E9CF-7AD5-5F7524025EBD}"/>
              </a:ext>
            </a:extLst>
          </p:cNvPr>
          <p:cNvSpPr txBox="1"/>
          <p:nvPr/>
        </p:nvSpPr>
        <p:spPr>
          <a:xfrm>
            <a:off x="5861719" y="4487571"/>
            <a:ext cx="227638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 err="1">
                <a:solidFill>
                  <a:schemeClr val="accent4"/>
                </a:solidFill>
              </a:rPr>
              <a:t>pulse_train_repeat_duration</a:t>
            </a:r>
            <a:endParaRPr lang="en-AU" sz="1000" dirty="0">
              <a:solidFill>
                <a:schemeClr val="accent4"/>
              </a:solidFill>
            </a:endParaRPr>
          </a:p>
          <a:p>
            <a:r>
              <a:rPr lang="en-AU" sz="1000" dirty="0" err="1">
                <a:solidFill>
                  <a:schemeClr val="accent4"/>
                </a:solidFill>
              </a:rPr>
              <a:t>pulse_train_repetition_interval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9E11D663-6D1C-69CF-0C5A-8088B15460F8}"/>
              </a:ext>
            </a:extLst>
          </p:cNvPr>
          <p:cNvSpPr txBox="1"/>
          <p:nvPr/>
        </p:nvSpPr>
        <p:spPr>
          <a:xfrm>
            <a:off x="5808795" y="5908419"/>
            <a:ext cx="22868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repeat2_duration</a:t>
            </a:r>
          </a:p>
          <a:p>
            <a:r>
              <a:rPr lang="en-AU" sz="1000" dirty="0" err="1">
                <a:solidFill>
                  <a:schemeClr val="accent6"/>
                </a:solidFill>
              </a:rPr>
              <a:t>pulse_train_repeat_repetition_interval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5437C4E5-469B-0379-B4AF-B1EA6C99551E}"/>
              </a:ext>
            </a:extLst>
          </p:cNvPr>
          <p:cNvSpPr txBox="1"/>
          <p:nvPr/>
        </p:nvSpPr>
        <p:spPr>
          <a:xfrm>
            <a:off x="6096000" y="2217808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ITRUSST parameters</a:t>
            </a:r>
          </a:p>
        </p:txBody>
      </p: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42D5677-1B09-1EF9-F5B3-9FABC7C7389F}"/>
              </a:ext>
            </a:extLst>
          </p:cNvPr>
          <p:cNvCxnSpPr>
            <a:cxnSpLocks/>
          </p:cNvCxnSpPr>
          <p:nvPr/>
        </p:nvCxnSpPr>
        <p:spPr>
          <a:xfrm flipH="1" flipV="1">
            <a:off x="5738180" y="2164146"/>
            <a:ext cx="13506" cy="4686923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DC32FFF-4E84-1FF1-D206-2D4228BD1DE8}"/>
              </a:ext>
            </a:extLst>
          </p:cNvPr>
          <p:cNvSpPr txBox="1"/>
          <p:nvPr/>
        </p:nvSpPr>
        <p:spPr>
          <a:xfrm>
            <a:off x="8386288" y="224625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2551E-9401-B64E-352C-40F1E2F1E884}"/>
              </a:ext>
            </a:extLst>
          </p:cNvPr>
          <p:cNvSpPr txBox="1"/>
          <p:nvPr/>
        </p:nvSpPr>
        <p:spPr>
          <a:xfrm>
            <a:off x="5062717" y="1118843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= 270 kHz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4C9DE9-6082-7FF2-6EFD-A7A6B829A696}"/>
              </a:ext>
            </a:extLst>
          </p:cNvPr>
          <p:cNvSpPr txBox="1"/>
          <p:nvPr/>
        </p:nvSpPr>
        <p:spPr>
          <a:xfrm>
            <a:off x="5081954" y="1277040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1679353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9F7D5-EB50-2F13-D06A-011E896C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94A5F2-EE2F-6E25-BE53-7A9152D260E0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51E39EB-DAAB-FBF8-F3C7-4815BC1CD830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CC6D43D-FBE2-E0FA-7057-B09EDBDE7172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B833D37-8746-72D3-5041-1D2F5B7CFFB2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D4D2493-7624-0381-BAF8-F1C9ACF432B0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19139C3-4131-B348-DB50-27F266E10B21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FA6C103-640B-B596-4828-373BAC37BF04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876C2F1-A9F9-B2A8-D597-F9B48CDF6ADC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BD5AE9D-A662-8FD9-B85E-EC3746FAA2BC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23FA9C9-0FAD-1C25-1B75-D91A7D238CE5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3F9C58-CF3C-513E-15BE-DCD0B1A90E91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A78FEAA-D274-9B83-566A-C13AA3467F4F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E6ADC1F-442A-35A3-20DF-4497BE5A1CAB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DFF72C0-68AE-22AC-5C9C-D3BF61672038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49495FD-9C8F-9652-A228-C38489C8A426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FE3AFB5-4A83-CF57-4762-E3EB7D1CC0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BCD440F-3BA6-DEB1-961C-C2B85F87D5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2AB02257-0E49-7C17-38FA-F8855EBC61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1CBFC69-549B-75E5-529A-46AFFDBC5988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FF7D999-2559-93F3-2FA4-676AA3816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82B38A9-7340-607B-2D4D-9B45E9F54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C1EBC40-673C-B775-B5AE-917CEFFC6A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BCC62DD-9203-BCE9-2602-C331B937BF59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249C45-217E-C790-AA5E-3045FCEF0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42F73D2-E0AA-0F0E-E24E-E9CC974ADF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66F3FA3-39B0-BD77-E725-A1D60CBCC4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38887A77-C527-1085-713A-293E7A2534A0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630DC63-889E-C0AC-24FC-DC05024D3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FE40BE0-2DF4-802E-A7B6-2115FC78A2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00B0624-5BD5-272B-A3D2-D9C465D2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822C4E1-50EC-541F-6473-E099F55D7E9A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8F27518-CF9A-EB07-019C-6E0727759C5E}"/>
              </a:ext>
            </a:extLst>
          </p:cNvPr>
          <p:cNvCxnSpPr>
            <a:cxnSpLocks/>
          </p:cNvCxnSpPr>
          <p:nvPr/>
        </p:nvCxnSpPr>
        <p:spPr>
          <a:xfrm flipV="1">
            <a:off x="2275846" y="5908444"/>
            <a:ext cx="3368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01BE981-498F-B38E-875B-515122ADDA9B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0A2E05F-C6DA-36A8-C8D7-CA5DCC4E9C09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973C8DD-ECB2-97A1-E476-B28A4F4D799D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AFDB74A-BC1E-437C-4516-7D5F381F19AB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49AFA44-6CC8-884B-D32F-56A29392AC89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68E62E3-43AE-0691-A7F2-87F893ADA41B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375D924-D13B-0C79-5AFF-B980F4DE9A46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AA9CDB2-E319-7F1A-A328-D057C6306A46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750B402-33AD-D6EA-4262-8DA40D0D70A9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B4554C9-6EA6-E05C-59F9-98EC867AF343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D72771-4A27-A56E-EB87-DAF882BF7076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232BE09-C22E-61AD-D3B3-C75678FA176E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7C54953-0126-64F0-AD0A-A42A64D84699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F88E8BE-A742-0186-BE60-256031945331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2A296E0-121D-09C2-7A5A-1620B7E9E4E8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79497AAB-9480-A4C0-3B61-31A60456A130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2861F10-171B-2454-1A1A-24448CAEBA79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EBF069FE-F085-1A99-A602-4922DE55D6B3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95163B6B-79B5-F538-B8F3-86B9A0884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C58CBD6-459B-E2A8-FCF0-83B92073AB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00B44A0-152B-957C-E7E8-F65F16BB8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D6C14C4-13B4-4FD6-4988-CCA26F57327A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3E90BD4-0A9D-0ED1-67C2-99277F6C2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D516A5E-F14F-FB97-15C1-8CABA819DD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2C2C5D66-C6DD-1359-C8E1-32CE388A46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D5DC357-520E-9840-6A1A-7AEA04B4454F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4CDE9A51-1B05-969E-B669-07B12623C1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EB1295C-510C-BE88-527C-583115EC3E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54E87250-95E1-918A-3B70-901EB1B98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FA45A80-548C-E935-E269-A281EEBCC625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7F43469-F88E-97BA-892B-3C89F647AB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E9581FD-8058-8113-276C-10C3425CBA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FD843B7-6908-401C-97DD-AFC7123F56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947D71A-CCBB-B2BF-495F-5D9BE75BE687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5396AB9D-C0F2-BA08-389F-C0A7B1A10A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5BCFC15-64A5-0A7E-32E8-8218115F6F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3AC190CA-B684-B6B7-05BC-948D201E8D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18F057D3-2619-5C41-4831-7AE1295C664A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6CE7CD-BFC0-4122-1E9A-B7332B149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3C47A10-E320-DF79-2790-1FCDFC183A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A684B32-F300-20AA-3D3D-36F08464D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D0383DE-FD08-8CA2-4A4C-60DE30147E02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572F6EF-EEE9-ACB3-FC1F-74CA8F312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6D7673EF-8D75-8F60-F36E-3A686C24FB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08C247A5-F22C-3415-EB76-3DC3A06615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B9BEF874-0060-27A5-C4CE-161D94B21AB9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C29129B-CD04-F261-A34A-0E1120CDC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C5B2A66B-C84A-40A0-D9EF-7C3477A9B2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19931BC-6259-43DA-62FC-E6848FFBED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20080C5-AF0E-795D-DAF8-A7EE1FBBD672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34FD16B-46AC-45AE-DE8F-DB2F4714E7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14A9D3D-B9B5-A538-A037-B405E8362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845273EC-3F25-8B35-FF26-0B3023D81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364944BF-3BB6-BDB2-3FEB-0F1CF2E85B13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CBC0FB9-8B37-735D-ED74-7DD157EC9771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A34B73F-5BE0-2095-4FF1-2E3EC61DE60B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6776D19-C469-C47A-A0CA-E6A9A4E99B04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74421CFE-EE49-DD9D-0E0D-EB97E69499A1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50CF487C-DB9D-E0BD-2609-8D92C4ED21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3CC50B0-5B7C-7C63-CFB8-CBE29B9459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7479069F-A34D-F853-B508-BD7017DE20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E670FC7-D004-C74A-EC79-7122B05A327E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86D19696-5605-0459-38C3-884FD18724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65F97C8-2004-35D9-58AD-D3D26E7C1C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E148E8B-FCB2-D9DD-C4CB-E30225C5FA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8E570D84-6081-54A7-245C-98D98EAEBE66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4993157-0E70-7D9D-5FA8-87BA0BE0E9C0}"/>
              </a:ext>
            </a:extLst>
          </p:cNvPr>
          <p:cNvSpPr txBox="1"/>
          <p:nvPr/>
        </p:nvSpPr>
        <p:spPr>
          <a:xfrm>
            <a:off x="83635" y="0"/>
            <a:ext cx="233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 (must be described for each electrode)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6D86DE92-B7ED-1C6B-809E-BB016DE98CE1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B9EB0F23-05DC-A4E8-BB02-7AF22EF48A06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16D6DB2-E003-CA7E-4A63-63F2A1F7F457}"/>
              </a:ext>
            </a:extLst>
          </p:cNvPr>
          <p:cNvGrpSpPr/>
          <p:nvPr/>
        </p:nvGrpSpPr>
        <p:grpSpPr>
          <a:xfrm>
            <a:off x="3185310" y="1310207"/>
            <a:ext cx="992107" cy="133071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FE35F020-BBFD-7C8F-D4C8-F50A3AF312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59D3FA24-7DB2-6B92-C30E-371E5E91E6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38F47352-5E50-F75E-A56F-5217B25789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576DC587-0735-4470-4992-A3F490EBBC5B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4C54F711-7A1B-52D4-F26F-6119BF236F55}"/>
              </a:ext>
            </a:extLst>
          </p:cNvPr>
          <p:cNvSpPr txBox="1"/>
          <p:nvPr/>
        </p:nvSpPr>
        <p:spPr>
          <a:xfrm>
            <a:off x="2878387" y="145388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1202CBD-0514-CB2A-D7AB-CC0C3F72322C}"/>
              </a:ext>
            </a:extLst>
          </p:cNvPr>
          <p:cNvSpPr txBox="1"/>
          <p:nvPr/>
        </p:nvSpPr>
        <p:spPr>
          <a:xfrm>
            <a:off x="2811697" y="15578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‘rectangle’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61CDCEA-50AB-F8DE-DE0A-538B287ADFBB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E0AE151-150E-0E65-2432-08E7BBD9B842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8E93B5A-E9B9-F2E8-A994-CAB78F9071EC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EC809A9-FBDB-1A85-4862-9F7BB766507F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0FE4BC4B-417A-1754-9BDF-13E5DA4F1C2B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3FCFEB3B-D898-C83D-4762-C8246C2F2CA6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FE2544F-0141-0BF0-E825-713140118D66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840F662-64C8-26FE-28D8-32F8B7088FD0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E25254-9F41-BE04-4BBC-4511CBCA1467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0B2AC39F-B89E-11AE-A11E-897783B39B38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38DBC902-7B3D-AF21-43F4-B487186C5D3C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7CB1503-50C7-8B1A-87C0-11CE6D8EF8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D069473-8F73-5273-B261-617EFAEBFF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B14F21F8-6B2E-9B2E-825B-63BBDAC719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B7809EE0-DE6B-4F7E-2EA4-FA2F90304CB2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_duration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27F7BA94-AB3E-304D-C4A5-683F64598751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5D84D7F1-7C27-9E17-EA5D-DB6EDC6865C2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84DC0DA-1B89-6333-5D23-6902471E83E2}"/>
              </a:ext>
            </a:extLst>
          </p:cNvPr>
          <p:cNvSpPr txBox="1"/>
          <p:nvPr/>
        </p:nvSpPr>
        <p:spPr>
          <a:xfrm>
            <a:off x="83635" y="658414"/>
            <a:ext cx="190928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r>
              <a:rPr lang="en-AU" sz="1000" dirty="0" err="1"/>
              <a:t>pulse_ramp_duration</a:t>
            </a:r>
            <a:endParaRPr lang="en-AU" sz="1000" dirty="0"/>
          </a:p>
          <a:p>
            <a:r>
              <a:rPr lang="en-AU" sz="1000" dirty="0" err="1"/>
              <a:t>pulse_ramp_shape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D952071-5EE9-F9FC-D717-67D217DADCED}"/>
              </a:ext>
            </a:extLst>
          </p:cNvPr>
          <p:cNvSpPr txBox="1"/>
          <p:nvPr/>
        </p:nvSpPr>
        <p:spPr>
          <a:xfrm>
            <a:off x="5081954" y="-35146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 err="1"/>
              <a:t>tES</a:t>
            </a:r>
            <a:r>
              <a:rPr lang="en-AU" sz="2400" dirty="0"/>
              <a:t>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F9CC0F30-C4F4-3E0A-F949-C274C69A4712}"/>
              </a:ext>
            </a:extLst>
          </p:cNvPr>
          <p:cNvSpPr txBox="1"/>
          <p:nvPr/>
        </p:nvSpPr>
        <p:spPr>
          <a:xfrm>
            <a:off x="13513" y="2207657"/>
            <a:ext cx="2511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  <a:p>
            <a:r>
              <a:rPr lang="en-AU" sz="1200" dirty="0"/>
              <a:t>(e.g., </a:t>
            </a:r>
            <a:r>
              <a:rPr lang="en-AU" sz="1200" dirty="0" err="1"/>
              <a:t>tPCS</a:t>
            </a:r>
            <a:r>
              <a:rPr lang="en-AU" sz="1200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A7011E-B122-BAC0-52FD-BCE41F7E3248}"/>
              </a:ext>
            </a:extLst>
          </p:cNvPr>
          <p:cNvSpPr txBox="1"/>
          <p:nvPr/>
        </p:nvSpPr>
        <p:spPr>
          <a:xfrm>
            <a:off x="4361922" y="348738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1 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0D89F-76CA-5D01-AF6B-38D7F7B8C344}"/>
              </a:ext>
            </a:extLst>
          </p:cNvPr>
          <p:cNvSpPr txBox="1"/>
          <p:nvPr/>
        </p:nvSpPr>
        <p:spPr>
          <a:xfrm>
            <a:off x="4331401" y="1095501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0 mA</a:t>
            </a:r>
          </a:p>
        </p:txBody>
      </p:sp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26AC64AA-DBB3-373C-B7DD-969A6CD51E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3593132"/>
              </p:ext>
            </p:extLst>
          </p:nvPr>
        </p:nvGraphicFramePr>
        <p:xfrm>
          <a:off x="2322136" y="2379791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51966C4E-9FFB-2556-C36F-A93B83C24F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46340166"/>
              </p:ext>
            </p:extLst>
          </p:nvPr>
        </p:nvGraphicFramePr>
        <p:xfrm>
          <a:off x="2896248" y="238299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0" name="TextBox 289">
            <a:extLst>
              <a:ext uri="{FF2B5EF4-FFF2-40B4-BE49-F238E27FC236}">
                <a16:creationId xmlns:a16="http://schemas.microsoft.com/office/drawing/2014/main" id="{E039F325-C00D-28FB-8709-B010CBF6206B}"/>
              </a:ext>
            </a:extLst>
          </p:cNvPr>
          <p:cNvSpPr txBox="1"/>
          <p:nvPr/>
        </p:nvSpPr>
        <p:spPr>
          <a:xfrm>
            <a:off x="5954462" y="2233256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tACS</a:t>
            </a:r>
            <a:endParaRPr lang="en-AU" sz="1200" dirty="0"/>
          </a:p>
        </p:txBody>
      </p: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509F2C7F-3279-AE83-137B-9C2DEDACCCEC}"/>
              </a:ext>
            </a:extLst>
          </p:cNvPr>
          <p:cNvCxnSpPr>
            <a:cxnSpLocks/>
          </p:cNvCxnSpPr>
          <p:nvPr/>
        </p:nvCxnSpPr>
        <p:spPr>
          <a:xfrm flipH="1" flipV="1">
            <a:off x="5738180" y="2164146"/>
            <a:ext cx="13506" cy="4686923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0F58CB52-D6C1-CD7C-22C3-5F339BF6C2D2}"/>
              </a:ext>
            </a:extLst>
          </p:cNvPr>
          <p:cNvGrpSpPr/>
          <p:nvPr/>
        </p:nvGrpSpPr>
        <p:grpSpPr>
          <a:xfrm>
            <a:off x="3023942" y="462990"/>
            <a:ext cx="1391959" cy="773725"/>
            <a:chOff x="3023942" y="908469"/>
            <a:chExt cx="1391959" cy="77372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B9DD72B-EBF1-589D-9923-20C6D638E4D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344" y="934143"/>
              <a:ext cx="6919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2F205C7-8D9F-30C1-7769-7E0F0153AFD5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24" y="908469"/>
              <a:ext cx="132437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512E123-B3D0-B297-DD8E-7FB16CB07E50}"/>
                </a:ext>
              </a:extLst>
            </p:cNvPr>
            <p:cNvCxnSpPr>
              <a:cxnSpLocks/>
            </p:cNvCxnSpPr>
            <p:nvPr/>
          </p:nvCxnSpPr>
          <p:spPr>
            <a:xfrm>
              <a:off x="3068409" y="1682194"/>
              <a:ext cx="13032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DA3533B1-CF06-47A7-909B-DF6E7ACB86A3}"/>
                </a:ext>
              </a:extLst>
            </p:cNvPr>
            <p:cNvCxnSpPr>
              <a:cxnSpLocks/>
            </p:cNvCxnSpPr>
            <p:nvPr/>
          </p:nvCxnSpPr>
          <p:spPr>
            <a:xfrm>
              <a:off x="3023942" y="165506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56A84521-EC62-DD8E-7593-C62076529258}"/>
                </a:ext>
              </a:extLst>
            </p:cNvPr>
            <p:cNvCxnSpPr>
              <a:cxnSpLocks/>
            </p:cNvCxnSpPr>
            <p:nvPr/>
          </p:nvCxnSpPr>
          <p:spPr>
            <a:xfrm>
              <a:off x="4177417" y="165501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E707C6F8-5DBA-B371-E340-ECBC6C6AEC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7269" y="934143"/>
              <a:ext cx="142075" cy="7246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24580144-A39D-E943-CFE8-21F9E274B1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21282" y="940469"/>
              <a:ext cx="156135" cy="7076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6B6C73F2-8325-E865-63A3-F606FD32064E}"/>
              </a:ext>
            </a:extLst>
          </p:cNvPr>
          <p:cNvGrpSpPr/>
          <p:nvPr/>
        </p:nvGrpSpPr>
        <p:grpSpPr>
          <a:xfrm flipV="1">
            <a:off x="7223364" y="1294568"/>
            <a:ext cx="1391959" cy="807351"/>
            <a:chOff x="3023942" y="908469"/>
            <a:chExt cx="1391959" cy="773725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7FE260FC-8BD6-4A2E-D16B-ACE0356F8220}"/>
                </a:ext>
              </a:extLst>
            </p:cNvPr>
            <p:cNvCxnSpPr>
              <a:cxnSpLocks/>
            </p:cNvCxnSpPr>
            <p:nvPr/>
          </p:nvCxnSpPr>
          <p:spPr>
            <a:xfrm>
              <a:off x="3329344" y="934143"/>
              <a:ext cx="6919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A71DBF6-CA4A-1EBA-1AE2-2F1E4183979C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24" y="908469"/>
              <a:ext cx="132437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0C0FC8ED-0A91-FBD4-4A3E-943E8A3FAFCA}"/>
                </a:ext>
              </a:extLst>
            </p:cNvPr>
            <p:cNvCxnSpPr>
              <a:cxnSpLocks/>
            </p:cNvCxnSpPr>
            <p:nvPr/>
          </p:nvCxnSpPr>
          <p:spPr>
            <a:xfrm>
              <a:off x="3068409" y="1682194"/>
              <a:ext cx="13032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4AECFEF8-B449-9D24-96CC-5CA8EB718BB3}"/>
                </a:ext>
              </a:extLst>
            </p:cNvPr>
            <p:cNvCxnSpPr>
              <a:cxnSpLocks/>
            </p:cNvCxnSpPr>
            <p:nvPr/>
          </p:nvCxnSpPr>
          <p:spPr>
            <a:xfrm>
              <a:off x="3023942" y="165506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29B3451B-3DEB-0C84-73E4-DB8245603E19}"/>
                </a:ext>
              </a:extLst>
            </p:cNvPr>
            <p:cNvCxnSpPr>
              <a:cxnSpLocks/>
            </p:cNvCxnSpPr>
            <p:nvPr/>
          </p:nvCxnSpPr>
          <p:spPr>
            <a:xfrm>
              <a:off x="4177417" y="165501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34C19FF7-95F0-980E-4772-7246625911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7269" y="934143"/>
              <a:ext cx="142075" cy="7246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61C5C101-C221-DFB5-8AED-466A4AE4B4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21282" y="940469"/>
              <a:ext cx="156135" cy="7076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4" name="TextBox 313">
            <a:extLst>
              <a:ext uri="{FF2B5EF4-FFF2-40B4-BE49-F238E27FC236}">
                <a16:creationId xmlns:a16="http://schemas.microsoft.com/office/drawing/2014/main" id="{0C2B44F9-9468-A2B3-4BF4-0834845EC456}"/>
              </a:ext>
            </a:extLst>
          </p:cNvPr>
          <p:cNvSpPr txBox="1"/>
          <p:nvPr/>
        </p:nvSpPr>
        <p:spPr>
          <a:xfrm>
            <a:off x="3444473" y="-44692"/>
            <a:ext cx="11322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ANODE</a:t>
            </a:r>
          </a:p>
        </p:txBody>
      </p: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44125ADC-3EAA-2EC7-15AF-7042A439B5B1}"/>
              </a:ext>
            </a:extLst>
          </p:cNvPr>
          <p:cNvGrpSpPr/>
          <p:nvPr/>
        </p:nvGrpSpPr>
        <p:grpSpPr>
          <a:xfrm>
            <a:off x="3185309" y="855928"/>
            <a:ext cx="144045" cy="54851"/>
            <a:chOff x="2492644" y="3165184"/>
            <a:chExt cx="591737" cy="64521"/>
          </a:xfrm>
        </p:grpSpPr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C40C3E92-89B7-046E-B070-9A51B20CFF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18992F49-71A1-4320-AED3-90DBC02E53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A2351AD0-3019-D23E-CD1E-C33D626530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BA0FC477-9879-79AB-E111-E0F678E5E31C}"/>
              </a:ext>
            </a:extLst>
          </p:cNvPr>
          <p:cNvGrpSpPr/>
          <p:nvPr/>
        </p:nvGrpSpPr>
        <p:grpSpPr>
          <a:xfrm>
            <a:off x="4033372" y="855928"/>
            <a:ext cx="144045" cy="54851"/>
            <a:chOff x="2492644" y="3165184"/>
            <a:chExt cx="591737" cy="64521"/>
          </a:xfrm>
        </p:grpSpPr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EF9CC7DF-39A3-B6C9-5F0D-9B81B94C4F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5FC5A2B9-0EE4-C600-2894-E34B45E508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BDEFC083-2F25-0A3B-8900-6AD255CFA8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1CDACC48-12EF-34C0-67D8-725301406C11}"/>
              </a:ext>
            </a:extLst>
          </p:cNvPr>
          <p:cNvSpPr txBox="1"/>
          <p:nvPr/>
        </p:nvSpPr>
        <p:spPr>
          <a:xfrm>
            <a:off x="1412700" y="694734"/>
            <a:ext cx="19382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pulse_ramp_up_duration</a:t>
            </a:r>
            <a:r>
              <a:rPr lang="en-AU" sz="1000" dirty="0"/>
              <a:t> = 30s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9A6AFE3-B8F7-6EA4-D148-0257618DA12A}"/>
              </a:ext>
            </a:extLst>
          </p:cNvPr>
          <p:cNvSpPr txBox="1"/>
          <p:nvPr/>
        </p:nvSpPr>
        <p:spPr>
          <a:xfrm>
            <a:off x="4122234" y="686122"/>
            <a:ext cx="2182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pulse_ramp_down_duration</a:t>
            </a:r>
            <a:r>
              <a:rPr lang="en-AU" sz="1000" dirty="0"/>
              <a:t> = 30s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7548415-5016-0D38-505E-268BC8188879}"/>
              </a:ext>
            </a:extLst>
          </p:cNvPr>
          <p:cNvSpPr txBox="1"/>
          <p:nvPr/>
        </p:nvSpPr>
        <p:spPr>
          <a:xfrm>
            <a:off x="8711024" y="1173492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0 mA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C291D5BD-B4D8-8FC2-4B99-FE5A75D4555C}"/>
              </a:ext>
            </a:extLst>
          </p:cNvPr>
          <p:cNvSpPr txBox="1"/>
          <p:nvPr/>
        </p:nvSpPr>
        <p:spPr>
          <a:xfrm>
            <a:off x="8615392" y="1964487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-1 mA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1152592F-4DED-154B-BE64-ECF33E43B04C}"/>
              </a:ext>
            </a:extLst>
          </p:cNvPr>
          <p:cNvSpPr txBox="1"/>
          <p:nvPr/>
        </p:nvSpPr>
        <p:spPr>
          <a:xfrm>
            <a:off x="7538408" y="-1658"/>
            <a:ext cx="11322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CATHODE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A3B4E302-DCF0-1E92-8F76-A96F00B74B5F}"/>
              </a:ext>
            </a:extLst>
          </p:cNvPr>
          <p:cNvSpPr txBox="1"/>
          <p:nvPr/>
        </p:nvSpPr>
        <p:spPr>
          <a:xfrm>
            <a:off x="10251005" y="103262"/>
            <a:ext cx="20113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</a:t>
            </a:r>
            <a:r>
              <a:rPr lang="en-AU" sz="1000" dirty="0" err="1"/>
              <a:t>tDCS</a:t>
            </a:r>
            <a:r>
              <a:rPr lang="en-AU" sz="1000" dirty="0"/>
              <a:t>’</a:t>
            </a:r>
          </a:p>
          <a:p>
            <a:endParaRPr lang="en-AU" sz="1000" dirty="0"/>
          </a:p>
        </p:txBody>
      </p:sp>
      <p:graphicFrame>
        <p:nvGraphicFramePr>
          <p:cNvPr id="331" name="Chart 330">
            <a:extLst>
              <a:ext uri="{FF2B5EF4-FFF2-40B4-BE49-F238E27FC236}">
                <a16:creationId xmlns:a16="http://schemas.microsoft.com/office/drawing/2014/main" id="{27CC4837-2575-0D86-AD0E-466656F1A8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5870904"/>
              </p:ext>
            </p:extLst>
          </p:nvPr>
        </p:nvGraphicFramePr>
        <p:xfrm>
          <a:off x="8050031" y="2386413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332" name="Group 331">
            <a:extLst>
              <a:ext uri="{FF2B5EF4-FFF2-40B4-BE49-F238E27FC236}">
                <a16:creationId xmlns:a16="http://schemas.microsoft.com/office/drawing/2014/main" id="{87521530-477E-0E8B-D08D-BBA8B7C9A4B2}"/>
              </a:ext>
            </a:extLst>
          </p:cNvPr>
          <p:cNvGrpSpPr/>
          <p:nvPr/>
        </p:nvGrpSpPr>
        <p:grpSpPr>
          <a:xfrm>
            <a:off x="8189347" y="3569597"/>
            <a:ext cx="1228153" cy="64936"/>
            <a:chOff x="2492644" y="3165184"/>
            <a:chExt cx="591737" cy="64521"/>
          </a:xfrm>
        </p:grpSpPr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7E9139A6-2119-326E-441B-17D100F8D8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61B091AC-A4F8-FF46-DA3F-186D79C01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7C542F0E-F158-272E-2F7A-3A6273EC8E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6" name="TextBox 335">
            <a:extLst>
              <a:ext uri="{FF2B5EF4-FFF2-40B4-BE49-F238E27FC236}">
                <a16:creationId xmlns:a16="http://schemas.microsoft.com/office/drawing/2014/main" id="{7ECC4035-EE1C-0E54-EE0F-32B5BBCB585B}"/>
              </a:ext>
            </a:extLst>
          </p:cNvPr>
          <p:cNvSpPr txBox="1"/>
          <p:nvPr/>
        </p:nvSpPr>
        <p:spPr>
          <a:xfrm>
            <a:off x="8129806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4103566C-B591-097A-7372-82A71EB53FAA}"/>
              </a:ext>
            </a:extLst>
          </p:cNvPr>
          <p:cNvCxnSpPr>
            <a:cxnSpLocks/>
          </p:cNvCxnSpPr>
          <p:nvPr/>
        </p:nvCxnSpPr>
        <p:spPr>
          <a:xfrm>
            <a:off x="9417500" y="3060987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402B54A0-98E9-B082-D1FD-6260F272089E}"/>
              </a:ext>
            </a:extLst>
          </p:cNvPr>
          <p:cNvCxnSpPr>
            <a:cxnSpLocks/>
          </p:cNvCxnSpPr>
          <p:nvPr/>
        </p:nvCxnSpPr>
        <p:spPr>
          <a:xfrm>
            <a:off x="8189347" y="2671831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F75F82E7-3113-8EE3-B6CF-CC2F1A66395A}"/>
              </a:ext>
            </a:extLst>
          </p:cNvPr>
          <p:cNvCxnSpPr>
            <a:cxnSpLocks/>
          </p:cNvCxnSpPr>
          <p:nvPr/>
        </p:nvCxnSpPr>
        <p:spPr>
          <a:xfrm>
            <a:off x="8166232" y="3427970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TextBox 340">
            <a:extLst>
              <a:ext uri="{FF2B5EF4-FFF2-40B4-BE49-F238E27FC236}">
                <a16:creationId xmlns:a16="http://schemas.microsoft.com/office/drawing/2014/main" id="{BA742642-F55A-D715-D050-CFC2DB843FA0}"/>
              </a:ext>
            </a:extLst>
          </p:cNvPr>
          <p:cNvSpPr txBox="1"/>
          <p:nvPr/>
        </p:nvSpPr>
        <p:spPr>
          <a:xfrm>
            <a:off x="9703104" y="2529542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1 mA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9F965C16-0C99-AB28-0902-253F37BE2AEF}"/>
              </a:ext>
            </a:extLst>
          </p:cNvPr>
          <p:cNvSpPr txBox="1"/>
          <p:nvPr/>
        </p:nvSpPr>
        <p:spPr>
          <a:xfrm>
            <a:off x="9674374" y="3272004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-1 mA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2713A03E-E335-1213-6C2F-C82F17B92B60}"/>
              </a:ext>
            </a:extLst>
          </p:cNvPr>
          <p:cNvSpPr txBox="1"/>
          <p:nvPr/>
        </p:nvSpPr>
        <p:spPr>
          <a:xfrm>
            <a:off x="10100899" y="3004493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F886622D-EF2B-CF50-E19C-8B6B51C13680}"/>
              </a:ext>
            </a:extLst>
          </p:cNvPr>
          <p:cNvSpPr txBox="1"/>
          <p:nvPr/>
        </p:nvSpPr>
        <p:spPr>
          <a:xfrm>
            <a:off x="8064404" y="359913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6A57CC8-968D-34D9-033E-591B96349E23}"/>
              </a:ext>
            </a:extLst>
          </p:cNvPr>
          <p:cNvSpPr txBox="1"/>
          <p:nvPr/>
        </p:nvSpPr>
        <p:spPr>
          <a:xfrm>
            <a:off x="10076393" y="2854484"/>
            <a:ext cx="21156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 = 20 Hz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266868A-0D5D-93F0-141C-924D891B427F}"/>
              </a:ext>
            </a:extLst>
          </p:cNvPr>
          <p:cNvSpPr txBox="1"/>
          <p:nvPr/>
        </p:nvSpPr>
        <p:spPr>
          <a:xfrm>
            <a:off x="5936559" y="2463088"/>
            <a:ext cx="19092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73B33AE-A4E9-4C79-2A74-F6B4791894D2}"/>
              </a:ext>
            </a:extLst>
          </p:cNvPr>
          <p:cNvSpPr txBox="1"/>
          <p:nvPr/>
        </p:nvSpPr>
        <p:spPr>
          <a:xfrm>
            <a:off x="7037031" y="59495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‘rectangle’</a:t>
            </a:r>
          </a:p>
        </p:txBody>
      </p: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FDF3065-A2B9-0283-A657-87529A043945}"/>
              </a:ext>
            </a:extLst>
          </p:cNvPr>
          <p:cNvGrpSpPr/>
          <p:nvPr/>
        </p:nvGrpSpPr>
        <p:grpSpPr>
          <a:xfrm>
            <a:off x="8224372" y="1699678"/>
            <a:ext cx="144045" cy="54851"/>
            <a:chOff x="2492644" y="3165184"/>
            <a:chExt cx="591737" cy="64521"/>
          </a:xfrm>
        </p:grpSpPr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28F66DAD-C8CB-3DC6-3CE8-91CC87F1E4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A50698E0-6BE2-1D3D-9497-9ED05149FB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722F31E1-CABD-57B9-5700-2990D21A71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3" name="TextBox 352">
            <a:extLst>
              <a:ext uri="{FF2B5EF4-FFF2-40B4-BE49-F238E27FC236}">
                <a16:creationId xmlns:a16="http://schemas.microsoft.com/office/drawing/2014/main" id="{64BF3C1F-9B21-E244-DF48-EC6278E9B33E}"/>
              </a:ext>
            </a:extLst>
          </p:cNvPr>
          <p:cNvSpPr txBox="1"/>
          <p:nvPr/>
        </p:nvSpPr>
        <p:spPr>
          <a:xfrm>
            <a:off x="8466355" y="1594428"/>
            <a:ext cx="2182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pulse_ramp_down_duration</a:t>
            </a:r>
            <a:r>
              <a:rPr lang="en-AU" sz="1000" dirty="0"/>
              <a:t> = 30s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D367D90E-B8CE-3845-0B39-46BA4DD87EBC}"/>
              </a:ext>
            </a:extLst>
          </p:cNvPr>
          <p:cNvSpPr txBox="1"/>
          <p:nvPr/>
        </p:nvSpPr>
        <p:spPr>
          <a:xfrm>
            <a:off x="5463022" y="1594001"/>
            <a:ext cx="19382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pulse_ramp_up_duration</a:t>
            </a:r>
            <a:r>
              <a:rPr lang="en-AU" sz="1000" dirty="0"/>
              <a:t> = 30s</a:t>
            </a:r>
          </a:p>
        </p:txBody>
      </p: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1C9A356-D9FA-62FC-9920-25006927266B}"/>
              </a:ext>
            </a:extLst>
          </p:cNvPr>
          <p:cNvGrpSpPr/>
          <p:nvPr/>
        </p:nvGrpSpPr>
        <p:grpSpPr>
          <a:xfrm>
            <a:off x="7386172" y="1693817"/>
            <a:ext cx="144045" cy="54851"/>
            <a:chOff x="2492644" y="3165184"/>
            <a:chExt cx="591737" cy="64521"/>
          </a:xfrm>
        </p:grpSpPr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7C772C3B-E863-1AB8-F938-2793DAD903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1FDB766B-8405-77A1-71B6-39FBAB2BF1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4DB67227-B71F-E648-21CA-92DA1D3A6C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4F268259-2164-6091-62E0-13F0D9544CC4}"/>
              </a:ext>
            </a:extLst>
          </p:cNvPr>
          <p:cNvGrpSpPr/>
          <p:nvPr/>
        </p:nvGrpSpPr>
        <p:grpSpPr>
          <a:xfrm>
            <a:off x="7374604" y="1085540"/>
            <a:ext cx="992107" cy="133071"/>
            <a:chOff x="2492644" y="3165184"/>
            <a:chExt cx="591737" cy="64521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AB3DEE1-A3E1-D6FD-2ED9-B1936430CF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56AB2530-829D-6C82-840F-4EBF9C1D05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888D494C-A46C-C76B-FC71-DDEAF8564D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3" name="TextBox 362">
            <a:extLst>
              <a:ext uri="{FF2B5EF4-FFF2-40B4-BE49-F238E27FC236}">
                <a16:creationId xmlns:a16="http://schemas.microsoft.com/office/drawing/2014/main" id="{331894CE-D4FB-BF69-4933-06523FA8B257}"/>
              </a:ext>
            </a:extLst>
          </p:cNvPr>
          <p:cNvSpPr txBox="1"/>
          <p:nvPr/>
        </p:nvSpPr>
        <p:spPr>
          <a:xfrm>
            <a:off x="7098695" y="849280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6E2DC1C9-9BF4-FE2A-F554-028772D4C6E6}"/>
              </a:ext>
            </a:extLst>
          </p:cNvPr>
          <p:cNvSpPr txBox="1"/>
          <p:nvPr/>
        </p:nvSpPr>
        <p:spPr>
          <a:xfrm>
            <a:off x="5954462" y="3753596"/>
            <a:ext cx="1249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tDCS</a:t>
            </a:r>
            <a:r>
              <a:rPr lang="en-AU" sz="1200" dirty="0"/>
              <a:t> + </a:t>
            </a:r>
            <a:r>
              <a:rPr lang="en-AU" sz="1200" dirty="0" err="1"/>
              <a:t>tACS</a:t>
            </a:r>
            <a:endParaRPr lang="en-AU" sz="1200" dirty="0"/>
          </a:p>
        </p:txBody>
      </p:sp>
      <p:graphicFrame>
        <p:nvGraphicFramePr>
          <p:cNvPr id="365" name="Chart 364">
            <a:extLst>
              <a:ext uri="{FF2B5EF4-FFF2-40B4-BE49-F238E27FC236}">
                <a16:creationId xmlns:a16="http://schemas.microsoft.com/office/drawing/2014/main" id="{054B0BEE-06DA-3AC0-86E1-695CD3A398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6460826"/>
              </p:ext>
            </p:extLst>
          </p:nvPr>
        </p:nvGraphicFramePr>
        <p:xfrm>
          <a:off x="7965936" y="3882781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366" name="Group 365">
            <a:extLst>
              <a:ext uri="{FF2B5EF4-FFF2-40B4-BE49-F238E27FC236}">
                <a16:creationId xmlns:a16="http://schemas.microsoft.com/office/drawing/2014/main" id="{77235DAD-5F1C-5A2C-0157-A99183520723}"/>
              </a:ext>
            </a:extLst>
          </p:cNvPr>
          <p:cNvGrpSpPr/>
          <p:nvPr/>
        </p:nvGrpSpPr>
        <p:grpSpPr>
          <a:xfrm>
            <a:off x="8105252" y="5065965"/>
            <a:ext cx="1228153" cy="64936"/>
            <a:chOff x="2492644" y="3165184"/>
            <a:chExt cx="591737" cy="64521"/>
          </a:xfrm>
        </p:grpSpPr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10C961C7-4E89-0BAF-84FC-28EC99169F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0ACE39A0-5FD6-493C-FE5F-596C1CBBAF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790DAD58-140F-FBF5-9F39-62B05A42DA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0" name="TextBox 369">
            <a:extLst>
              <a:ext uri="{FF2B5EF4-FFF2-40B4-BE49-F238E27FC236}">
                <a16:creationId xmlns:a16="http://schemas.microsoft.com/office/drawing/2014/main" id="{DD5DE0F8-11A1-4194-2F90-4FAA6D75176A}"/>
              </a:ext>
            </a:extLst>
          </p:cNvPr>
          <p:cNvSpPr txBox="1"/>
          <p:nvPr/>
        </p:nvSpPr>
        <p:spPr>
          <a:xfrm>
            <a:off x="8054995" y="381157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227A112-9D28-2C08-8927-24D89DE543F1}"/>
              </a:ext>
            </a:extLst>
          </p:cNvPr>
          <p:cNvCxnSpPr>
            <a:cxnSpLocks/>
          </p:cNvCxnSpPr>
          <p:nvPr/>
        </p:nvCxnSpPr>
        <p:spPr>
          <a:xfrm>
            <a:off x="7739066" y="4869365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AEDB3F0F-B8EB-607D-FB90-B4BC654EFADA}"/>
              </a:ext>
            </a:extLst>
          </p:cNvPr>
          <p:cNvCxnSpPr>
            <a:cxnSpLocks/>
          </p:cNvCxnSpPr>
          <p:nvPr/>
        </p:nvCxnSpPr>
        <p:spPr>
          <a:xfrm>
            <a:off x="8105252" y="4168199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60926B3F-2A7E-92F7-0F11-9D0F6A4A58A9}"/>
              </a:ext>
            </a:extLst>
          </p:cNvPr>
          <p:cNvCxnSpPr>
            <a:cxnSpLocks/>
          </p:cNvCxnSpPr>
          <p:nvPr/>
        </p:nvCxnSpPr>
        <p:spPr>
          <a:xfrm>
            <a:off x="8082137" y="4924338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TextBox 373">
            <a:extLst>
              <a:ext uri="{FF2B5EF4-FFF2-40B4-BE49-F238E27FC236}">
                <a16:creationId xmlns:a16="http://schemas.microsoft.com/office/drawing/2014/main" id="{80080D60-F765-385A-3319-53EA07F2509C}"/>
              </a:ext>
            </a:extLst>
          </p:cNvPr>
          <p:cNvSpPr txBox="1"/>
          <p:nvPr/>
        </p:nvSpPr>
        <p:spPr>
          <a:xfrm>
            <a:off x="9619009" y="4025910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2 mA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40933494-C0C0-D37D-747D-BD7766AA6989}"/>
              </a:ext>
            </a:extLst>
          </p:cNvPr>
          <p:cNvSpPr txBox="1"/>
          <p:nvPr/>
        </p:nvSpPr>
        <p:spPr>
          <a:xfrm>
            <a:off x="9773035" y="4746254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0 mA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55F1643B-BA5C-CCA8-C789-A2C43B583739}"/>
              </a:ext>
            </a:extLst>
          </p:cNvPr>
          <p:cNvSpPr txBox="1"/>
          <p:nvPr/>
        </p:nvSpPr>
        <p:spPr>
          <a:xfrm>
            <a:off x="10016804" y="45008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AEAF11B0-0088-64DC-1D13-FB7FF347F9D0}"/>
              </a:ext>
            </a:extLst>
          </p:cNvPr>
          <p:cNvSpPr txBox="1"/>
          <p:nvPr/>
        </p:nvSpPr>
        <p:spPr>
          <a:xfrm>
            <a:off x="7980309" y="5095504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E68D464A-48C4-CA4E-AA3E-66AF5A221FF4}"/>
              </a:ext>
            </a:extLst>
          </p:cNvPr>
          <p:cNvSpPr txBox="1"/>
          <p:nvPr/>
        </p:nvSpPr>
        <p:spPr>
          <a:xfrm>
            <a:off x="9992298" y="4350852"/>
            <a:ext cx="21156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 = 20 Hz</a:t>
            </a:r>
          </a:p>
        </p:txBody>
      </p:sp>
      <p:cxnSp>
        <p:nvCxnSpPr>
          <p:cNvPr id="379" name="Straight Connector 378">
            <a:extLst>
              <a:ext uri="{FF2B5EF4-FFF2-40B4-BE49-F238E27FC236}">
                <a16:creationId xmlns:a16="http://schemas.microsoft.com/office/drawing/2014/main" id="{CDAD228E-BAD0-58CC-672D-821350764BC7}"/>
              </a:ext>
            </a:extLst>
          </p:cNvPr>
          <p:cNvCxnSpPr>
            <a:cxnSpLocks/>
          </p:cNvCxnSpPr>
          <p:nvPr/>
        </p:nvCxnSpPr>
        <p:spPr>
          <a:xfrm flipV="1">
            <a:off x="8010992" y="4574946"/>
            <a:ext cx="83793" cy="2944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Straight Connector 380">
            <a:extLst>
              <a:ext uri="{FF2B5EF4-FFF2-40B4-BE49-F238E27FC236}">
                <a16:creationId xmlns:a16="http://schemas.microsoft.com/office/drawing/2014/main" id="{F4D18293-82A9-7169-CDF5-59205160A091}"/>
              </a:ext>
            </a:extLst>
          </p:cNvPr>
          <p:cNvCxnSpPr>
            <a:cxnSpLocks/>
          </p:cNvCxnSpPr>
          <p:nvPr/>
        </p:nvCxnSpPr>
        <p:spPr>
          <a:xfrm flipH="1" flipV="1">
            <a:off x="9331569" y="4557526"/>
            <a:ext cx="93785" cy="3118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46B454A6-4E54-A802-E8E7-006F3FC4EED5}"/>
              </a:ext>
            </a:extLst>
          </p:cNvPr>
          <p:cNvCxnSpPr>
            <a:cxnSpLocks/>
          </p:cNvCxnSpPr>
          <p:nvPr/>
        </p:nvCxnSpPr>
        <p:spPr>
          <a:xfrm>
            <a:off x="9442143" y="4869365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TextBox 385">
            <a:extLst>
              <a:ext uri="{FF2B5EF4-FFF2-40B4-BE49-F238E27FC236}">
                <a16:creationId xmlns:a16="http://schemas.microsoft.com/office/drawing/2014/main" id="{D0FE1C6E-E760-E722-4B82-955DA26FF7B5}"/>
              </a:ext>
            </a:extLst>
          </p:cNvPr>
          <p:cNvSpPr txBox="1"/>
          <p:nvPr/>
        </p:nvSpPr>
        <p:spPr>
          <a:xfrm>
            <a:off x="5898610" y="3945304"/>
            <a:ext cx="19092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E8C69655-4D2B-1AF0-8E80-1482B8FC62D0}"/>
              </a:ext>
            </a:extLst>
          </p:cNvPr>
          <p:cNvSpPr txBox="1"/>
          <p:nvPr/>
        </p:nvSpPr>
        <p:spPr>
          <a:xfrm>
            <a:off x="5898610" y="5290031"/>
            <a:ext cx="1249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tRNS</a:t>
            </a:r>
            <a:endParaRPr lang="en-AU" sz="1200" dirty="0"/>
          </a:p>
        </p:txBody>
      </p: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F200C415-8974-DBB8-9A3F-7608ED91A461}"/>
              </a:ext>
            </a:extLst>
          </p:cNvPr>
          <p:cNvGrpSpPr/>
          <p:nvPr/>
        </p:nvGrpSpPr>
        <p:grpSpPr>
          <a:xfrm>
            <a:off x="2459993" y="2769340"/>
            <a:ext cx="100577" cy="211016"/>
            <a:chOff x="2506889" y="2769340"/>
            <a:chExt cx="100577" cy="211016"/>
          </a:xfrm>
        </p:grpSpPr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FA4F0605-5B23-CF92-29EC-67B8EF5E06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D14180B8-768A-2036-8E8F-B26473DF0E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52C11DE1-C22F-B0E1-9673-69466762B7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2AADBC5E-96A4-77D7-BA56-3F44C8E62188}"/>
              </a:ext>
            </a:extLst>
          </p:cNvPr>
          <p:cNvGrpSpPr/>
          <p:nvPr/>
        </p:nvGrpSpPr>
        <p:grpSpPr>
          <a:xfrm>
            <a:off x="2588945" y="2769333"/>
            <a:ext cx="100577" cy="211016"/>
            <a:chOff x="2506889" y="2769340"/>
            <a:chExt cx="100577" cy="211016"/>
          </a:xfrm>
        </p:grpSpPr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3C9E4821-277A-E894-7278-72F4685124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EA053C47-840A-9AAD-F201-230333C24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9FABA85D-3AF6-9B94-96CC-080F5CA13B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882888DC-68BD-4EF8-DF1A-5F9D3B3CE9C6}"/>
              </a:ext>
            </a:extLst>
          </p:cNvPr>
          <p:cNvGrpSpPr/>
          <p:nvPr/>
        </p:nvGrpSpPr>
        <p:grpSpPr>
          <a:xfrm>
            <a:off x="2717897" y="2769327"/>
            <a:ext cx="100577" cy="211016"/>
            <a:chOff x="2506889" y="2769340"/>
            <a:chExt cx="100577" cy="211016"/>
          </a:xfrm>
        </p:grpSpPr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1B5678BB-CD5D-BD0D-81EC-8E83878A88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C0F7923C-C234-289B-F53D-AD4E7ED69E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BEF2E2E8-16D5-BAC1-3013-3407E47FCF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E9638208-FA6F-8E37-4F1A-C18BB8DB74F7}"/>
              </a:ext>
            </a:extLst>
          </p:cNvPr>
          <p:cNvGrpSpPr/>
          <p:nvPr/>
        </p:nvGrpSpPr>
        <p:grpSpPr>
          <a:xfrm>
            <a:off x="3047829" y="2770681"/>
            <a:ext cx="100577" cy="211016"/>
            <a:chOff x="2506889" y="2769340"/>
            <a:chExt cx="100577" cy="211016"/>
          </a:xfrm>
        </p:grpSpPr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81E6E562-339D-B91D-6537-81F9A30EDC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3E7F6708-52A0-7F76-459C-55A4EB97DB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2A5A9729-404B-B0D7-DAAA-7F71BEDEF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D727C99C-3206-5043-B194-101ACBA1DA82}"/>
              </a:ext>
            </a:extLst>
          </p:cNvPr>
          <p:cNvGrpSpPr/>
          <p:nvPr/>
        </p:nvGrpSpPr>
        <p:grpSpPr>
          <a:xfrm>
            <a:off x="3176781" y="2770674"/>
            <a:ext cx="100577" cy="211016"/>
            <a:chOff x="2506889" y="2769340"/>
            <a:chExt cx="100577" cy="211016"/>
          </a:xfrm>
        </p:grpSpPr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5DA32E5F-04B5-BD05-69C1-5B780514A6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Straight Connector 412">
              <a:extLst>
                <a:ext uri="{FF2B5EF4-FFF2-40B4-BE49-F238E27FC236}">
                  <a16:creationId xmlns:a16="http://schemas.microsoft.com/office/drawing/2014/main" id="{F040D301-1449-83BA-CD4E-EF0D7E4325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0B2FCC9C-2649-6E3D-E53A-473D39F9A3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01DF504F-3CB5-4B29-BAF3-4F181BA2B114}"/>
              </a:ext>
            </a:extLst>
          </p:cNvPr>
          <p:cNvGrpSpPr/>
          <p:nvPr/>
        </p:nvGrpSpPr>
        <p:grpSpPr>
          <a:xfrm>
            <a:off x="3305733" y="2770668"/>
            <a:ext cx="100577" cy="211016"/>
            <a:chOff x="2506889" y="2769340"/>
            <a:chExt cx="100577" cy="211016"/>
          </a:xfrm>
        </p:grpSpPr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B991DE2B-95BE-5607-C28C-8E2DB6355A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6B72ADB8-217D-489D-5B3F-450F4A5E5E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A07F252D-5C3A-0F56-C07B-BBE5ED1454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43BFC621-2319-3958-96E3-59B564D6F870}"/>
              </a:ext>
            </a:extLst>
          </p:cNvPr>
          <p:cNvGrpSpPr/>
          <p:nvPr/>
        </p:nvGrpSpPr>
        <p:grpSpPr>
          <a:xfrm>
            <a:off x="3570655" y="2763779"/>
            <a:ext cx="100577" cy="211016"/>
            <a:chOff x="2506889" y="2769340"/>
            <a:chExt cx="100577" cy="211016"/>
          </a:xfrm>
        </p:grpSpPr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A6686E4A-F89A-68E1-3052-6E7A803017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1584162D-D00B-8268-4665-355140EAF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E097FAC4-E8DE-E4A7-ED67-63D3FAE4E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9A7FFEA-F8FC-7D01-6525-6769FEAA5924}"/>
              </a:ext>
            </a:extLst>
          </p:cNvPr>
          <p:cNvGrpSpPr/>
          <p:nvPr/>
        </p:nvGrpSpPr>
        <p:grpSpPr>
          <a:xfrm>
            <a:off x="3699607" y="2763772"/>
            <a:ext cx="100577" cy="211016"/>
            <a:chOff x="2506889" y="2769340"/>
            <a:chExt cx="100577" cy="211016"/>
          </a:xfrm>
        </p:grpSpPr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68FEBDEA-8E4A-EAA9-1536-9CE511C4BA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BAFFE53A-5410-5B59-92F5-72F6127C7C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B6B74A99-4CCB-FF28-0623-F522D5441E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157FD0AE-BE8A-CDFC-515F-BCA57B04DFE8}"/>
              </a:ext>
            </a:extLst>
          </p:cNvPr>
          <p:cNvGrpSpPr/>
          <p:nvPr/>
        </p:nvGrpSpPr>
        <p:grpSpPr>
          <a:xfrm>
            <a:off x="3828559" y="2763766"/>
            <a:ext cx="100577" cy="211016"/>
            <a:chOff x="2506889" y="2769340"/>
            <a:chExt cx="100577" cy="211016"/>
          </a:xfrm>
        </p:grpSpPr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B0A515F3-416F-20E7-BEC6-6E9D8A8883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B9C7EC89-C9E2-FAC9-5815-A1821E4B28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B380BDF-DAC4-1198-8FC8-3F865CB28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8" name="TextBox 457">
            <a:extLst>
              <a:ext uri="{FF2B5EF4-FFF2-40B4-BE49-F238E27FC236}">
                <a16:creationId xmlns:a16="http://schemas.microsoft.com/office/drawing/2014/main" id="{BD56C890-4317-578F-F2CF-2652D391794C}"/>
              </a:ext>
            </a:extLst>
          </p:cNvPr>
          <p:cNvSpPr txBox="1"/>
          <p:nvPr/>
        </p:nvSpPr>
        <p:spPr>
          <a:xfrm>
            <a:off x="7911663" y="5357451"/>
            <a:ext cx="20370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‘random noise’</a:t>
            </a:r>
          </a:p>
        </p:txBody>
      </p:sp>
    </p:spTree>
    <p:extLst>
      <p:ext uri="{BB962C8B-B14F-4D97-AF65-F5344CB8AC3E}">
        <p14:creationId xmlns:p14="http://schemas.microsoft.com/office/powerpoint/2010/main" val="798177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C3D3DD-8CC7-8272-0078-13777989A8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846755"/>
              </p:ext>
            </p:extLst>
          </p:nvPr>
        </p:nvGraphicFramePr>
        <p:xfrm>
          <a:off x="1400905" y="1453008"/>
          <a:ext cx="9677403" cy="3951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9271">
                  <a:extLst>
                    <a:ext uri="{9D8B030D-6E8A-4147-A177-3AD203B41FA5}">
                      <a16:colId xmlns:a16="http://schemas.microsoft.com/office/drawing/2014/main" val="3539826412"/>
                    </a:ext>
                  </a:extLst>
                </a:gridCol>
                <a:gridCol w="2186779">
                  <a:extLst>
                    <a:ext uri="{9D8B030D-6E8A-4147-A177-3AD203B41FA5}">
                      <a16:colId xmlns:a16="http://schemas.microsoft.com/office/drawing/2014/main" val="1863496724"/>
                    </a:ext>
                  </a:extLst>
                </a:gridCol>
                <a:gridCol w="2017636">
                  <a:extLst>
                    <a:ext uri="{9D8B030D-6E8A-4147-A177-3AD203B41FA5}">
                      <a16:colId xmlns:a16="http://schemas.microsoft.com/office/drawing/2014/main" val="299769321"/>
                    </a:ext>
                  </a:extLst>
                </a:gridCol>
                <a:gridCol w="1695578">
                  <a:extLst>
                    <a:ext uri="{9D8B030D-6E8A-4147-A177-3AD203B41FA5}">
                      <a16:colId xmlns:a16="http://schemas.microsoft.com/office/drawing/2014/main" val="3776062356"/>
                    </a:ext>
                  </a:extLst>
                </a:gridCol>
                <a:gridCol w="1518139">
                  <a:extLst>
                    <a:ext uri="{9D8B030D-6E8A-4147-A177-3AD203B41FA5}">
                      <a16:colId xmlns:a16="http://schemas.microsoft.com/office/drawing/2014/main" val="3835133573"/>
                    </a:ext>
                  </a:extLst>
                </a:gridCol>
              </a:tblGrid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Nesting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Oleg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Nigel (ITRUSST)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89325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5108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0</a:t>
                      </a:r>
                    </a:p>
                    <a:p>
                      <a:r>
                        <a:rPr lang="en-AU" dirty="0"/>
                        <a:t>Layer 0.5 (optional)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Stimulus (instance)</a:t>
                      </a:r>
                    </a:p>
                    <a:p>
                      <a:r>
                        <a:rPr lang="en-AU" dirty="0"/>
                        <a:t>Burst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29540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 train repeat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919590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Repeat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62060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Meta-protocol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Undefined (could use repeat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3622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2BC2000-A32A-4197-EC2F-32975667BD08}"/>
              </a:ext>
            </a:extLst>
          </p:cNvPr>
          <p:cNvSpPr txBox="1"/>
          <p:nvPr/>
        </p:nvSpPr>
        <p:spPr>
          <a:xfrm>
            <a:off x="3766037" y="351715"/>
            <a:ext cx="46599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Nomenclature for timings</a:t>
            </a:r>
          </a:p>
        </p:txBody>
      </p:sp>
    </p:spTree>
    <p:extLst>
      <p:ext uri="{BB962C8B-B14F-4D97-AF65-F5344CB8AC3E}">
        <p14:creationId xmlns:p14="http://schemas.microsoft.com/office/powerpoint/2010/main" val="2176270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1217</Words>
  <Application>Microsoft Office PowerPoint</Application>
  <PresentationFormat>Widescreen</PresentationFormat>
  <Paragraphs>246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Nigel Rogasch</dc:creator>
  <cp:lastModifiedBy>Nigel Rogasch</cp:lastModifiedBy>
  <cp:revision>4</cp:revision>
  <dcterms:created xsi:type="dcterms:W3CDTF">2026-04-13T04:35:11Z</dcterms:created>
  <dcterms:modified xsi:type="dcterms:W3CDTF">2026-04-13T23:31:05Z</dcterms:modified>
</cp:coreProperties>
</file>